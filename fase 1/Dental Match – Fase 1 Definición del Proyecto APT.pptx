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1" i="0">
                <a:solidFill>
                  <a:srgbClr val="3F3F3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3F3F3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1" i="0">
                <a:solidFill>
                  <a:srgbClr val="3F3F3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3F3F3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1" i="0">
                <a:solidFill>
                  <a:srgbClr val="3F3F3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1" i="0">
                <a:solidFill>
                  <a:srgbClr val="3F3F3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99621" y="1004608"/>
            <a:ext cx="4371340" cy="11518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1" i="0">
                <a:solidFill>
                  <a:srgbClr val="3F3F3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25129" y="3939495"/>
            <a:ext cx="7763509" cy="3154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3F3F3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image" Target="../media/image2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3.png"/><Relationship Id="rId5" Type="http://schemas.openxmlformats.org/officeDocument/2006/relationships/image" Target="../media/image28.jpg"/><Relationship Id="rId6" Type="http://schemas.openxmlformats.org/officeDocument/2006/relationships/image" Target="../media/image2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1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8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6406" y="2598496"/>
              <a:ext cx="5600699" cy="56006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7397" y="1873985"/>
              <a:ext cx="3390899" cy="339089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8684511" y="2127982"/>
            <a:ext cx="5212715" cy="3804920"/>
          </a:xfrm>
          <a:prstGeom prst="rect"/>
        </p:spPr>
        <p:txBody>
          <a:bodyPr wrap="square" lIns="0" tIns="102235" rIns="0" bIns="0" rtlCol="0" vert="horz">
            <a:spAutoFit/>
          </a:bodyPr>
          <a:lstStyle/>
          <a:p>
            <a:pPr marL="12700" marR="5080">
              <a:lnSpc>
                <a:spcPts val="14630"/>
              </a:lnSpc>
              <a:spcBef>
                <a:spcPts val="805"/>
              </a:spcBef>
            </a:pPr>
            <a:r>
              <a:rPr dirty="0" sz="12600" spc="-150">
                <a:solidFill>
                  <a:srgbClr val="FFFFFF"/>
                </a:solidFill>
              </a:rPr>
              <a:t>Dental </a:t>
            </a:r>
            <a:r>
              <a:rPr dirty="0" sz="12600" spc="65">
                <a:solidFill>
                  <a:srgbClr val="FFFFFF"/>
                </a:solidFill>
              </a:rPr>
              <a:t>Match</a:t>
            </a:r>
            <a:endParaRPr sz="12600"/>
          </a:p>
        </p:txBody>
      </p:sp>
      <p:sp>
        <p:nvSpPr>
          <p:cNvPr id="7" name="object 7"/>
          <p:cNvSpPr txBox="1"/>
          <p:nvPr/>
        </p:nvSpPr>
        <p:spPr>
          <a:xfrm>
            <a:off x="8684511" y="6233094"/>
            <a:ext cx="8857615" cy="3926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12115">
              <a:lnSpc>
                <a:spcPct val="115700"/>
              </a:lnSpc>
              <a:spcBef>
                <a:spcPts val="100"/>
              </a:spcBef>
            </a:pPr>
            <a:r>
              <a:rPr dirty="0" sz="2700" spc="70" b="1">
                <a:solidFill>
                  <a:srgbClr val="FFFFFF"/>
                </a:solidFill>
                <a:latin typeface="Trebuchet MS"/>
                <a:cs typeface="Trebuchet MS"/>
              </a:rPr>
              <a:t>Fase</a:t>
            </a:r>
            <a:r>
              <a:rPr dirty="0" sz="2700" spc="-1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b="1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27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235" b="1">
                <a:solidFill>
                  <a:srgbClr val="FFFFFF"/>
                </a:solidFill>
                <a:latin typeface="Trebuchet MS"/>
                <a:cs typeface="Trebuchet MS"/>
              </a:rPr>
              <a:t>·</a:t>
            </a:r>
            <a:r>
              <a:rPr dirty="0" sz="27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75" b="1">
                <a:solidFill>
                  <a:srgbClr val="FFFFFF"/>
                </a:solidFill>
                <a:latin typeface="Trebuchet MS"/>
                <a:cs typeface="Trebuchet MS"/>
              </a:rPr>
              <a:t>Definición</a:t>
            </a:r>
            <a:r>
              <a:rPr dirty="0" sz="27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55" b="1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dirty="0" sz="27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75" b="1">
                <a:solidFill>
                  <a:srgbClr val="FFFFFF"/>
                </a:solidFill>
                <a:latin typeface="Trebuchet MS"/>
                <a:cs typeface="Trebuchet MS"/>
              </a:rPr>
              <a:t>Proyecto</a:t>
            </a:r>
            <a:r>
              <a:rPr dirty="0" sz="27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b="1">
                <a:solidFill>
                  <a:srgbClr val="FFFFFF"/>
                </a:solidFill>
                <a:latin typeface="Trebuchet MS"/>
                <a:cs typeface="Trebuchet MS"/>
              </a:rPr>
              <a:t>APT</a:t>
            </a:r>
            <a:r>
              <a:rPr dirty="0" sz="27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695" b="1">
                <a:solidFill>
                  <a:srgbClr val="FFFFFF"/>
                </a:solidFill>
                <a:latin typeface="Trebuchet MS"/>
                <a:cs typeface="Trebuchet MS"/>
              </a:rPr>
              <a:t>—</a:t>
            </a:r>
            <a:r>
              <a:rPr dirty="0" sz="27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120" b="1">
                <a:solidFill>
                  <a:srgbClr val="FFFFFF"/>
                </a:solidFill>
                <a:latin typeface="Trebuchet MS"/>
                <a:cs typeface="Trebuchet MS"/>
              </a:rPr>
              <a:t>Asignatura </a:t>
            </a:r>
            <a:r>
              <a:rPr dirty="0" sz="2700" spc="105" b="1">
                <a:solidFill>
                  <a:srgbClr val="FFFFFF"/>
                </a:solidFill>
                <a:latin typeface="Trebuchet MS"/>
                <a:cs typeface="Trebuchet MS"/>
              </a:rPr>
              <a:t>CAPSTONE</a:t>
            </a:r>
            <a:r>
              <a:rPr dirty="0" sz="27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Trebuchet MS"/>
                <a:cs typeface="Trebuchet MS"/>
              </a:rPr>
              <a:t>46104</a:t>
            </a:r>
            <a:endParaRPr sz="2700">
              <a:latin typeface="Trebuchet MS"/>
              <a:cs typeface="Trebuchet MS"/>
            </a:endParaRPr>
          </a:p>
          <a:p>
            <a:pPr marL="3964304" marR="5080">
              <a:lnSpc>
                <a:spcPct val="114999"/>
              </a:lnSpc>
              <a:spcBef>
                <a:spcPts val="2515"/>
              </a:spcBef>
            </a:pPr>
            <a:r>
              <a:rPr dirty="0" sz="2500" spc="80" b="1">
                <a:solidFill>
                  <a:srgbClr val="FFFFFF"/>
                </a:solidFill>
                <a:latin typeface="Trebuchet MS"/>
                <a:cs typeface="Trebuchet MS"/>
              </a:rPr>
              <a:t>Integrantes:</a:t>
            </a:r>
            <a:r>
              <a:rPr dirty="0" sz="25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95" b="1">
                <a:solidFill>
                  <a:srgbClr val="FFFFFF"/>
                </a:solidFill>
                <a:latin typeface="Trebuchet MS"/>
                <a:cs typeface="Trebuchet MS"/>
              </a:rPr>
              <a:t>Carlos</a:t>
            </a:r>
            <a:r>
              <a:rPr dirty="0" sz="25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65" b="1">
                <a:solidFill>
                  <a:srgbClr val="FFFFFF"/>
                </a:solidFill>
                <a:latin typeface="Trebuchet MS"/>
                <a:cs typeface="Trebuchet MS"/>
              </a:rPr>
              <a:t>Avello</a:t>
            </a:r>
            <a:r>
              <a:rPr dirty="0" sz="25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-50" b="1">
                <a:solidFill>
                  <a:srgbClr val="FFFFFF"/>
                </a:solidFill>
                <a:latin typeface="Trebuchet MS"/>
                <a:cs typeface="Trebuchet MS"/>
              </a:rPr>
              <a:t>· </a:t>
            </a:r>
            <a:r>
              <a:rPr dirty="0" sz="2500" spc="125" b="1">
                <a:solidFill>
                  <a:srgbClr val="FFFFFF"/>
                </a:solidFill>
                <a:latin typeface="Trebuchet MS"/>
                <a:cs typeface="Trebuchet MS"/>
              </a:rPr>
              <a:t>Bastián</a:t>
            </a:r>
            <a:r>
              <a:rPr dirty="0" sz="25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65" b="1">
                <a:solidFill>
                  <a:srgbClr val="FFFFFF"/>
                </a:solidFill>
                <a:latin typeface="Trebuchet MS"/>
                <a:cs typeface="Trebuchet MS"/>
              </a:rPr>
              <a:t>Díaz</a:t>
            </a:r>
            <a:r>
              <a:rPr dirty="0" sz="25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-210" b="1">
                <a:solidFill>
                  <a:srgbClr val="FFFFFF"/>
                </a:solidFill>
                <a:latin typeface="Trebuchet MS"/>
                <a:cs typeface="Trebuchet MS"/>
              </a:rPr>
              <a:t>·</a:t>
            </a:r>
            <a:r>
              <a:rPr dirty="0" sz="25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100" b="1">
                <a:solidFill>
                  <a:srgbClr val="FFFFFF"/>
                </a:solidFill>
                <a:latin typeface="Trebuchet MS"/>
                <a:cs typeface="Trebuchet MS"/>
              </a:rPr>
              <a:t>Benjamín</a:t>
            </a:r>
            <a:r>
              <a:rPr dirty="0" sz="25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145" b="1">
                <a:solidFill>
                  <a:srgbClr val="FFFFFF"/>
                </a:solidFill>
                <a:latin typeface="Trebuchet MS"/>
                <a:cs typeface="Trebuchet MS"/>
              </a:rPr>
              <a:t>Muñoz </a:t>
            </a:r>
            <a:r>
              <a:rPr dirty="0" sz="2500" spc="45" b="1">
                <a:solidFill>
                  <a:srgbClr val="FFFFFF"/>
                </a:solidFill>
                <a:latin typeface="Trebuchet MS"/>
                <a:cs typeface="Trebuchet MS"/>
              </a:rPr>
              <a:t>Carrera:</a:t>
            </a:r>
            <a:r>
              <a:rPr dirty="0" sz="2500" spc="-1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55" b="1">
                <a:solidFill>
                  <a:srgbClr val="FFFFFF"/>
                </a:solidFill>
                <a:latin typeface="Trebuchet MS"/>
                <a:cs typeface="Trebuchet MS"/>
              </a:rPr>
              <a:t>Ing.</a:t>
            </a:r>
            <a:r>
              <a:rPr dirty="0" sz="2500" spc="-1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90" b="1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dirty="0" sz="2500" spc="-1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95" b="1">
                <a:solidFill>
                  <a:srgbClr val="FFFFFF"/>
                </a:solidFill>
                <a:latin typeface="Trebuchet MS"/>
                <a:cs typeface="Trebuchet MS"/>
              </a:rPr>
              <a:t>Informática </a:t>
            </a:r>
            <a:r>
              <a:rPr dirty="0" sz="2500" b="1">
                <a:solidFill>
                  <a:srgbClr val="FFFFFF"/>
                </a:solidFill>
                <a:latin typeface="Trebuchet MS"/>
                <a:cs typeface="Trebuchet MS"/>
              </a:rPr>
              <a:t>Sede:</a:t>
            </a:r>
            <a:r>
              <a:rPr dirty="0" sz="2500" spc="-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60" b="1">
                <a:solidFill>
                  <a:srgbClr val="FFFFFF"/>
                </a:solidFill>
                <a:latin typeface="Trebuchet MS"/>
                <a:cs typeface="Trebuchet MS"/>
              </a:rPr>
              <a:t>Plaza</a:t>
            </a:r>
            <a:r>
              <a:rPr dirty="0" sz="2500" spc="-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120" b="1">
                <a:solidFill>
                  <a:srgbClr val="FFFFFF"/>
                </a:solidFill>
                <a:latin typeface="Trebuchet MS"/>
                <a:cs typeface="Trebuchet MS"/>
              </a:rPr>
              <a:t>Norte</a:t>
            </a:r>
            <a:endParaRPr sz="2500">
              <a:latin typeface="Trebuchet MS"/>
              <a:cs typeface="Trebuchet MS"/>
            </a:endParaRPr>
          </a:p>
          <a:p>
            <a:pPr marL="3964304" marR="617220">
              <a:lnSpc>
                <a:spcPct val="114999"/>
              </a:lnSpc>
            </a:pPr>
            <a:r>
              <a:rPr dirty="0" sz="2500" spc="50" b="1">
                <a:solidFill>
                  <a:srgbClr val="FFFFFF"/>
                </a:solidFill>
                <a:latin typeface="Trebuchet MS"/>
                <a:cs typeface="Trebuchet MS"/>
              </a:rPr>
              <a:t>Docente:</a:t>
            </a:r>
            <a:r>
              <a:rPr dirty="0" sz="2500" spc="-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125" b="1">
                <a:solidFill>
                  <a:srgbClr val="FFFFFF"/>
                </a:solidFill>
                <a:latin typeface="Trebuchet MS"/>
                <a:cs typeface="Trebuchet MS"/>
              </a:rPr>
              <a:t>Marcela</a:t>
            </a:r>
            <a:r>
              <a:rPr dirty="0" sz="2500" spc="-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35" b="1">
                <a:solidFill>
                  <a:srgbClr val="FFFFFF"/>
                </a:solidFill>
                <a:latin typeface="Trebuchet MS"/>
                <a:cs typeface="Trebuchet MS"/>
              </a:rPr>
              <a:t>González </a:t>
            </a:r>
            <a:r>
              <a:rPr dirty="0" sz="2500" b="1">
                <a:solidFill>
                  <a:srgbClr val="FFFFFF"/>
                </a:solidFill>
                <a:latin typeface="Trebuchet MS"/>
                <a:cs typeface="Trebuchet MS"/>
              </a:rPr>
              <a:t>Fecha:</a:t>
            </a:r>
            <a:r>
              <a:rPr dirty="0" sz="2500" spc="5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-10" b="1">
                <a:solidFill>
                  <a:srgbClr val="FFFFFF"/>
                </a:solidFill>
                <a:latin typeface="Trebuchet MS"/>
                <a:cs typeface="Trebuchet MS"/>
              </a:rPr>
              <a:t>02/09/2026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5304197" y="2169300"/>
            <a:ext cx="2925445" cy="116776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0" spc="-160">
                <a:solidFill>
                  <a:srgbClr val="FFFFFF"/>
                </a:solidFill>
              </a:rPr>
              <a:t>Índice</a:t>
            </a:r>
            <a:endParaRPr sz="7500"/>
          </a:p>
        </p:txBody>
      </p:sp>
      <p:sp>
        <p:nvSpPr>
          <p:cNvPr id="3" name="object 3"/>
          <p:cNvSpPr/>
          <p:nvPr/>
        </p:nvSpPr>
        <p:spPr>
          <a:xfrm>
            <a:off x="1028699" y="5199627"/>
            <a:ext cx="796290" cy="805815"/>
          </a:xfrm>
          <a:custGeom>
            <a:avLst/>
            <a:gdLst/>
            <a:ahLst/>
            <a:cxnLst/>
            <a:rect l="l" t="t" r="r" b="b"/>
            <a:pathLst>
              <a:path w="796289" h="805814">
                <a:moveTo>
                  <a:pt x="397966" y="0"/>
                </a:moveTo>
                <a:lnTo>
                  <a:pt x="351555" y="2709"/>
                </a:lnTo>
                <a:lnTo>
                  <a:pt x="306716" y="10636"/>
                </a:lnTo>
                <a:lnTo>
                  <a:pt x="263748" y="23479"/>
                </a:lnTo>
                <a:lnTo>
                  <a:pt x="222950" y="40936"/>
                </a:lnTo>
                <a:lnTo>
                  <a:pt x="184621" y="62703"/>
                </a:lnTo>
                <a:lnTo>
                  <a:pt x="149058" y="88480"/>
                </a:lnTo>
                <a:lnTo>
                  <a:pt x="116561" y="117963"/>
                </a:lnTo>
                <a:lnTo>
                  <a:pt x="87428" y="150851"/>
                </a:lnTo>
                <a:lnTo>
                  <a:pt x="61958" y="186841"/>
                </a:lnTo>
                <a:lnTo>
                  <a:pt x="40449" y="225632"/>
                </a:lnTo>
                <a:lnTo>
                  <a:pt x="23200" y="266920"/>
                </a:lnTo>
                <a:lnTo>
                  <a:pt x="10510" y="310405"/>
                </a:lnTo>
                <a:lnTo>
                  <a:pt x="2677" y="355783"/>
                </a:lnTo>
                <a:lnTo>
                  <a:pt x="0" y="402752"/>
                </a:lnTo>
                <a:lnTo>
                  <a:pt x="2677" y="449722"/>
                </a:lnTo>
                <a:lnTo>
                  <a:pt x="10510" y="495100"/>
                </a:lnTo>
                <a:lnTo>
                  <a:pt x="23200" y="538584"/>
                </a:lnTo>
                <a:lnTo>
                  <a:pt x="40449" y="579873"/>
                </a:lnTo>
                <a:lnTo>
                  <a:pt x="61958" y="618663"/>
                </a:lnTo>
                <a:lnTo>
                  <a:pt x="87428" y="654654"/>
                </a:lnTo>
                <a:lnTo>
                  <a:pt x="116561" y="687542"/>
                </a:lnTo>
                <a:lnTo>
                  <a:pt x="149058" y="717025"/>
                </a:lnTo>
                <a:lnTo>
                  <a:pt x="184621" y="742801"/>
                </a:lnTo>
                <a:lnTo>
                  <a:pt x="222950" y="764569"/>
                </a:lnTo>
                <a:lnTo>
                  <a:pt x="263748" y="782025"/>
                </a:lnTo>
                <a:lnTo>
                  <a:pt x="306716" y="794868"/>
                </a:lnTo>
                <a:lnTo>
                  <a:pt x="351555" y="802796"/>
                </a:lnTo>
                <a:lnTo>
                  <a:pt x="397966" y="805505"/>
                </a:lnTo>
                <a:lnTo>
                  <a:pt x="444377" y="802796"/>
                </a:lnTo>
                <a:lnTo>
                  <a:pt x="489216" y="794868"/>
                </a:lnTo>
                <a:lnTo>
                  <a:pt x="532184" y="782025"/>
                </a:lnTo>
                <a:lnTo>
                  <a:pt x="572981" y="764569"/>
                </a:lnTo>
                <a:lnTo>
                  <a:pt x="611311" y="742801"/>
                </a:lnTo>
                <a:lnTo>
                  <a:pt x="646874" y="717025"/>
                </a:lnTo>
                <a:lnTo>
                  <a:pt x="679371" y="687542"/>
                </a:lnTo>
                <a:lnTo>
                  <a:pt x="708503" y="654654"/>
                </a:lnTo>
                <a:lnTo>
                  <a:pt x="733974" y="618663"/>
                </a:lnTo>
                <a:lnTo>
                  <a:pt x="755482" y="579873"/>
                </a:lnTo>
                <a:lnTo>
                  <a:pt x="772731" y="538584"/>
                </a:lnTo>
                <a:lnTo>
                  <a:pt x="785422" y="495100"/>
                </a:lnTo>
                <a:lnTo>
                  <a:pt x="793255" y="449722"/>
                </a:lnTo>
                <a:lnTo>
                  <a:pt x="795932" y="402752"/>
                </a:lnTo>
                <a:lnTo>
                  <a:pt x="793255" y="355783"/>
                </a:lnTo>
                <a:lnTo>
                  <a:pt x="785422" y="310405"/>
                </a:lnTo>
                <a:lnTo>
                  <a:pt x="772731" y="266920"/>
                </a:lnTo>
                <a:lnTo>
                  <a:pt x="755482" y="225632"/>
                </a:lnTo>
                <a:lnTo>
                  <a:pt x="733974" y="186841"/>
                </a:lnTo>
                <a:lnTo>
                  <a:pt x="708503" y="150851"/>
                </a:lnTo>
                <a:lnTo>
                  <a:pt x="679371" y="117963"/>
                </a:lnTo>
                <a:lnTo>
                  <a:pt x="646874" y="88480"/>
                </a:lnTo>
                <a:lnTo>
                  <a:pt x="611311" y="62703"/>
                </a:lnTo>
                <a:lnTo>
                  <a:pt x="572981" y="40936"/>
                </a:lnTo>
                <a:lnTo>
                  <a:pt x="532184" y="23479"/>
                </a:lnTo>
                <a:lnTo>
                  <a:pt x="489216" y="10636"/>
                </a:lnTo>
                <a:lnTo>
                  <a:pt x="444377" y="2709"/>
                </a:lnTo>
                <a:lnTo>
                  <a:pt x="397966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218108" y="5367852"/>
            <a:ext cx="41719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5" b="1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71077" y="5199627"/>
            <a:ext cx="796290" cy="805815"/>
          </a:xfrm>
          <a:custGeom>
            <a:avLst/>
            <a:gdLst/>
            <a:ahLst/>
            <a:cxnLst/>
            <a:rect l="l" t="t" r="r" b="b"/>
            <a:pathLst>
              <a:path w="796289" h="805814">
                <a:moveTo>
                  <a:pt x="397966" y="0"/>
                </a:moveTo>
                <a:lnTo>
                  <a:pt x="351555" y="2709"/>
                </a:lnTo>
                <a:lnTo>
                  <a:pt x="306716" y="10636"/>
                </a:lnTo>
                <a:lnTo>
                  <a:pt x="263748" y="23479"/>
                </a:lnTo>
                <a:lnTo>
                  <a:pt x="222950" y="40936"/>
                </a:lnTo>
                <a:lnTo>
                  <a:pt x="184621" y="62703"/>
                </a:lnTo>
                <a:lnTo>
                  <a:pt x="149058" y="88480"/>
                </a:lnTo>
                <a:lnTo>
                  <a:pt x="116561" y="117963"/>
                </a:lnTo>
                <a:lnTo>
                  <a:pt x="87428" y="150851"/>
                </a:lnTo>
                <a:lnTo>
                  <a:pt x="61958" y="186841"/>
                </a:lnTo>
                <a:lnTo>
                  <a:pt x="40449" y="225632"/>
                </a:lnTo>
                <a:lnTo>
                  <a:pt x="23200" y="266920"/>
                </a:lnTo>
                <a:lnTo>
                  <a:pt x="10510" y="310405"/>
                </a:lnTo>
                <a:lnTo>
                  <a:pt x="2677" y="355783"/>
                </a:lnTo>
                <a:lnTo>
                  <a:pt x="0" y="402752"/>
                </a:lnTo>
                <a:lnTo>
                  <a:pt x="2677" y="449722"/>
                </a:lnTo>
                <a:lnTo>
                  <a:pt x="10510" y="495100"/>
                </a:lnTo>
                <a:lnTo>
                  <a:pt x="23200" y="538584"/>
                </a:lnTo>
                <a:lnTo>
                  <a:pt x="40449" y="579873"/>
                </a:lnTo>
                <a:lnTo>
                  <a:pt x="61958" y="618663"/>
                </a:lnTo>
                <a:lnTo>
                  <a:pt x="87428" y="654654"/>
                </a:lnTo>
                <a:lnTo>
                  <a:pt x="116561" y="687542"/>
                </a:lnTo>
                <a:lnTo>
                  <a:pt x="149058" y="717025"/>
                </a:lnTo>
                <a:lnTo>
                  <a:pt x="184621" y="742801"/>
                </a:lnTo>
                <a:lnTo>
                  <a:pt x="222950" y="764569"/>
                </a:lnTo>
                <a:lnTo>
                  <a:pt x="263748" y="782025"/>
                </a:lnTo>
                <a:lnTo>
                  <a:pt x="306716" y="794868"/>
                </a:lnTo>
                <a:lnTo>
                  <a:pt x="351555" y="802796"/>
                </a:lnTo>
                <a:lnTo>
                  <a:pt x="397966" y="805505"/>
                </a:lnTo>
                <a:lnTo>
                  <a:pt x="444377" y="802796"/>
                </a:lnTo>
                <a:lnTo>
                  <a:pt x="489216" y="794868"/>
                </a:lnTo>
                <a:lnTo>
                  <a:pt x="532184" y="782025"/>
                </a:lnTo>
                <a:lnTo>
                  <a:pt x="572981" y="764569"/>
                </a:lnTo>
                <a:lnTo>
                  <a:pt x="611311" y="742801"/>
                </a:lnTo>
                <a:lnTo>
                  <a:pt x="646874" y="717025"/>
                </a:lnTo>
                <a:lnTo>
                  <a:pt x="679371" y="687542"/>
                </a:lnTo>
                <a:lnTo>
                  <a:pt x="708503" y="654654"/>
                </a:lnTo>
                <a:lnTo>
                  <a:pt x="733974" y="618663"/>
                </a:lnTo>
                <a:lnTo>
                  <a:pt x="755482" y="579873"/>
                </a:lnTo>
                <a:lnTo>
                  <a:pt x="772731" y="538584"/>
                </a:lnTo>
                <a:lnTo>
                  <a:pt x="785422" y="495100"/>
                </a:lnTo>
                <a:lnTo>
                  <a:pt x="793255" y="449722"/>
                </a:lnTo>
                <a:lnTo>
                  <a:pt x="795932" y="402752"/>
                </a:lnTo>
                <a:lnTo>
                  <a:pt x="793255" y="355783"/>
                </a:lnTo>
                <a:lnTo>
                  <a:pt x="785422" y="310405"/>
                </a:lnTo>
                <a:lnTo>
                  <a:pt x="772731" y="266920"/>
                </a:lnTo>
                <a:lnTo>
                  <a:pt x="755482" y="225632"/>
                </a:lnTo>
                <a:lnTo>
                  <a:pt x="733974" y="186841"/>
                </a:lnTo>
                <a:lnTo>
                  <a:pt x="708503" y="150851"/>
                </a:lnTo>
                <a:lnTo>
                  <a:pt x="679371" y="117963"/>
                </a:lnTo>
                <a:lnTo>
                  <a:pt x="646874" y="88480"/>
                </a:lnTo>
                <a:lnTo>
                  <a:pt x="611311" y="62703"/>
                </a:lnTo>
                <a:lnTo>
                  <a:pt x="572981" y="40936"/>
                </a:lnTo>
                <a:lnTo>
                  <a:pt x="532184" y="23479"/>
                </a:lnTo>
                <a:lnTo>
                  <a:pt x="489216" y="10636"/>
                </a:lnTo>
                <a:lnTo>
                  <a:pt x="444377" y="2709"/>
                </a:lnTo>
                <a:lnTo>
                  <a:pt x="397966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860486" y="5367852"/>
            <a:ext cx="41719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5" b="1">
                <a:solidFill>
                  <a:srgbClr val="FFFFFF"/>
                </a:solidFill>
                <a:latin typeface="Trebuchet MS"/>
                <a:cs typeface="Trebuchet MS"/>
              </a:rPr>
              <a:t>04</a:t>
            </a:r>
            <a:endParaRPr sz="27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68782" y="0"/>
            <a:ext cx="6119217" cy="63881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183040" y="5071971"/>
            <a:ext cx="2710180" cy="2199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92505">
              <a:lnSpc>
                <a:spcPct val="115700"/>
              </a:lnSpc>
              <a:spcBef>
                <a:spcPts val="100"/>
              </a:spcBef>
            </a:pPr>
            <a:r>
              <a:rPr dirty="0" sz="2700" b="1">
                <a:solidFill>
                  <a:srgbClr val="FFFFFF"/>
                </a:solidFill>
                <a:latin typeface="Tahoma"/>
                <a:cs typeface="Tahoma"/>
              </a:rPr>
              <a:t>Equipo</a:t>
            </a:r>
            <a:r>
              <a:rPr dirty="0" sz="2700" spc="-1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30" b="1">
                <a:solidFill>
                  <a:srgbClr val="FFFFFF"/>
                </a:solidFill>
                <a:latin typeface="Tahoma"/>
                <a:cs typeface="Tahoma"/>
              </a:rPr>
              <a:t>de </a:t>
            </a:r>
            <a:r>
              <a:rPr dirty="0" sz="2700" spc="-10" b="1">
                <a:solidFill>
                  <a:srgbClr val="FFFFFF"/>
                </a:solidFill>
                <a:latin typeface="Tahoma"/>
                <a:cs typeface="Tahoma"/>
              </a:rPr>
              <a:t>trabajo</a:t>
            </a:r>
            <a:endParaRPr sz="2700">
              <a:latin typeface="Tahoma"/>
              <a:cs typeface="Tahoma"/>
            </a:endParaRPr>
          </a:p>
          <a:p>
            <a:pPr marL="12700" marR="5080">
              <a:lnSpc>
                <a:spcPct val="115700"/>
              </a:lnSpc>
              <a:spcBef>
                <a:spcPts val="2115"/>
              </a:spcBef>
            </a:pPr>
            <a:r>
              <a:rPr dirty="0" sz="2700" b="1">
                <a:solidFill>
                  <a:srgbClr val="FFFFFF"/>
                </a:solidFill>
                <a:latin typeface="Tahoma"/>
                <a:cs typeface="Tahoma"/>
              </a:rPr>
              <a:t>Descripción</a:t>
            </a:r>
            <a:r>
              <a:rPr dirty="0" sz="2700" spc="2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-25" b="1">
                <a:solidFill>
                  <a:srgbClr val="FFFFFF"/>
                </a:solidFill>
                <a:latin typeface="Tahoma"/>
                <a:cs typeface="Tahoma"/>
              </a:rPr>
              <a:t>del </a:t>
            </a:r>
            <a:r>
              <a:rPr dirty="0" sz="2700" spc="-10" b="1">
                <a:solidFill>
                  <a:srgbClr val="FFFFFF"/>
                </a:solidFill>
                <a:latin typeface="Tahoma"/>
                <a:cs typeface="Tahoma"/>
              </a:rPr>
              <a:t>proyecto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76708" y="5374866"/>
            <a:ext cx="1656714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 b="1">
                <a:solidFill>
                  <a:srgbClr val="FFFFFF"/>
                </a:solidFill>
                <a:latin typeface="Tahoma"/>
                <a:cs typeface="Tahoma"/>
              </a:rPr>
              <a:t>Objetivos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439059" y="5199627"/>
            <a:ext cx="796290" cy="805815"/>
          </a:xfrm>
          <a:custGeom>
            <a:avLst/>
            <a:gdLst/>
            <a:ahLst/>
            <a:cxnLst/>
            <a:rect l="l" t="t" r="r" b="b"/>
            <a:pathLst>
              <a:path w="796290" h="805814">
                <a:moveTo>
                  <a:pt x="397966" y="0"/>
                </a:moveTo>
                <a:lnTo>
                  <a:pt x="351555" y="2709"/>
                </a:lnTo>
                <a:lnTo>
                  <a:pt x="306716" y="10636"/>
                </a:lnTo>
                <a:lnTo>
                  <a:pt x="263748" y="23479"/>
                </a:lnTo>
                <a:lnTo>
                  <a:pt x="222950" y="40936"/>
                </a:lnTo>
                <a:lnTo>
                  <a:pt x="184621" y="62703"/>
                </a:lnTo>
                <a:lnTo>
                  <a:pt x="149058" y="88480"/>
                </a:lnTo>
                <a:lnTo>
                  <a:pt x="116561" y="117963"/>
                </a:lnTo>
                <a:lnTo>
                  <a:pt x="87428" y="150851"/>
                </a:lnTo>
                <a:lnTo>
                  <a:pt x="61958" y="186841"/>
                </a:lnTo>
                <a:lnTo>
                  <a:pt x="40449" y="225632"/>
                </a:lnTo>
                <a:lnTo>
                  <a:pt x="23200" y="266920"/>
                </a:lnTo>
                <a:lnTo>
                  <a:pt x="10510" y="310405"/>
                </a:lnTo>
                <a:lnTo>
                  <a:pt x="2677" y="355783"/>
                </a:lnTo>
                <a:lnTo>
                  <a:pt x="0" y="402752"/>
                </a:lnTo>
                <a:lnTo>
                  <a:pt x="2677" y="449722"/>
                </a:lnTo>
                <a:lnTo>
                  <a:pt x="10510" y="495100"/>
                </a:lnTo>
                <a:lnTo>
                  <a:pt x="23200" y="538584"/>
                </a:lnTo>
                <a:lnTo>
                  <a:pt x="40449" y="579873"/>
                </a:lnTo>
                <a:lnTo>
                  <a:pt x="61958" y="618663"/>
                </a:lnTo>
                <a:lnTo>
                  <a:pt x="87428" y="654654"/>
                </a:lnTo>
                <a:lnTo>
                  <a:pt x="116561" y="687542"/>
                </a:lnTo>
                <a:lnTo>
                  <a:pt x="149058" y="717025"/>
                </a:lnTo>
                <a:lnTo>
                  <a:pt x="184621" y="742801"/>
                </a:lnTo>
                <a:lnTo>
                  <a:pt x="222950" y="764569"/>
                </a:lnTo>
                <a:lnTo>
                  <a:pt x="263748" y="782025"/>
                </a:lnTo>
                <a:lnTo>
                  <a:pt x="306716" y="794868"/>
                </a:lnTo>
                <a:lnTo>
                  <a:pt x="351555" y="802796"/>
                </a:lnTo>
                <a:lnTo>
                  <a:pt x="397966" y="805505"/>
                </a:lnTo>
                <a:lnTo>
                  <a:pt x="444377" y="802796"/>
                </a:lnTo>
                <a:lnTo>
                  <a:pt x="489216" y="794868"/>
                </a:lnTo>
                <a:lnTo>
                  <a:pt x="532184" y="782025"/>
                </a:lnTo>
                <a:lnTo>
                  <a:pt x="572981" y="764569"/>
                </a:lnTo>
                <a:lnTo>
                  <a:pt x="611311" y="742801"/>
                </a:lnTo>
                <a:lnTo>
                  <a:pt x="646874" y="717025"/>
                </a:lnTo>
                <a:lnTo>
                  <a:pt x="679371" y="687542"/>
                </a:lnTo>
                <a:lnTo>
                  <a:pt x="708503" y="654654"/>
                </a:lnTo>
                <a:lnTo>
                  <a:pt x="733974" y="618663"/>
                </a:lnTo>
                <a:lnTo>
                  <a:pt x="755482" y="579873"/>
                </a:lnTo>
                <a:lnTo>
                  <a:pt x="772731" y="538584"/>
                </a:lnTo>
                <a:lnTo>
                  <a:pt x="785422" y="495100"/>
                </a:lnTo>
                <a:lnTo>
                  <a:pt x="793255" y="449722"/>
                </a:lnTo>
                <a:lnTo>
                  <a:pt x="795932" y="402752"/>
                </a:lnTo>
                <a:lnTo>
                  <a:pt x="793255" y="355783"/>
                </a:lnTo>
                <a:lnTo>
                  <a:pt x="785422" y="310405"/>
                </a:lnTo>
                <a:lnTo>
                  <a:pt x="772731" y="266920"/>
                </a:lnTo>
                <a:lnTo>
                  <a:pt x="755482" y="225632"/>
                </a:lnTo>
                <a:lnTo>
                  <a:pt x="733974" y="186841"/>
                </a:lnTo>
                <a:lnTo>
                  <a:pt x="708503" y="150851"/>
                </a:lnTo>
                <a:lnTo>
                  <a:pt x="679371" y="117963"/>
                </a:lnTo>
                <a:lnTo>
                  <a:pt x="646874" y="88480"/>
                </a:lnTo>
                <a:lnTo>
                  <a:pt x="611311" y="62703"/>
                </a:lnTo>
                <a:lnTo>
                  <a:pt x="572981" y="40936"/>
                </a:lnTo>
                <a:lnTo>
                  <a:pt x="532184" y="23479"/>
                </a:lnTo>
                <a:lnTo>
                  <a:pt x="489216" y="10636"/>
                </a:lnTo>
                <a:lnTo>
                  <a:pt x="444377" y="2709"/>
                </a:lnTo>
                <a:lnTo>
                  <a:pt x="397966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0628469" y="5370104"/>
            <a:ext cx="284226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4075" algn="l"/>
              </a:tabLst>
            </a:pPr>
            <a:r>
              <a:rPr dirty="0" sz="2700" spc="-25" b="1">
                <a:solidFill>
                  <a:srgbClr val="FFFFFF"/>
                </a:solidFill>
                <a:latin typeface="Trebuchet MS"/>
                <a:cs typeface="Trebuchet MS"/>
              </a:rPr>
              <a:t>07</a:t>
            </a:r>
            <a:r>
              <a:rPr dirty="0" sz="270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700" b="1">
                <a:solidFill>
                  <a:srgbClr val="FFFFFF"/>
                </a:solidFill>
                <a:latin typeface="Tahoma"/>
                <a:cs typeface="Tahoma"/>
              </a:rPr>
              <a:t>Carta</a:t>
            </a:r>
            <a:r>
              <a:rPr dirty="0" sz="2700" spc="-114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-20" b="1">
                <a:solidFill>
                  <a:srgbClr val="FFFFFF"/>
                </a:solidFill>
                <a:latin typeface="Tahoma"/>
                <a:cs typeface="Tahoma"/>
              </a:rPr>
              <a:t>Gantt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28699" y="6425650"/>
            <a:ext cx="796290" cy="805815"/>
          </a:xfrm>
          <a:custGeom>
            <a:avLst/>
            <a:gdLst/>
            <a:ahLst/>
            <a:cxnLst/>
            <a:rect l="l" t="t" r="r" b="b"/>
            <a:pathLst>
              <a:path w="796289" h="805815">
                <a:moveTo>
                  <a:pt x="397966" y="0"/>
                </a:moveTo>
                <a:lnTo>
                  <a:pt x="351555" y="2709"/>
                </a:lnTo>
                <a:lnTo>
                  <a:pt x="306716" y="10636"/>
                </a:lnTo>
                <a:lnTo>
                  <a:pt x="263748" y="23479"/>
                </a:lnTo>
                <a:lnTo>
                  <a:pt x="222950" y="40936"/>
                </a:lnTo>
                <a:lnTo>
                  <a:pt x="184621" y="62703"/>
                </a:lnTo>
                <a:lnTo>
                  <a:pt x="149058" y="88480"/>
                </a:lnTo>
                <a:lnTo>
                  <a:pt x="116561" y="117963"/>
                </a:lnTo>
                <a:lnTo>
                  <a:pt x="87428" y="150851"/>
                </a:lnTo>
                <a:lnTo>
                  <a:pt x="61958" y="186841"/>
                </a:lnTo>
                <a:lnTo>
                  <a:pt x="40449" y="225632"/>
                </a:lnTo>
                <a:lnTo>
                  <a:pt x="23200" y="266920"/>
                </a:lnTo>
                <a:lnTo>
                  <a:pt x="10510" y="310405"/>
                </a:lnTo>
                <a:lnTo>
                  <a:pt x="2677" y="355783"/>
                </a:lnTo>
                <a:lnTo>
                  <a:pt x="0" y="402752"/>
                </a:lnTo>
                <a:lnTo>
                  <a:pt x="2677" y="449722"/>
                </a:lnTo>
                <a:lnTo>
                  <a:pt x="10510" y="495100"/>
                </a:lnTo>
                <a:lnTo>
                  <a:pt x="23200" y="538584"/>
                </a:lnTo>
                <a:lnTo>
                  <a:pt x="40449" y="579873"/>
                </a:lnTo>
                <a:lnTo>
                  <a:pt x="61958" y="618663"/>
                </a:lnTo>
                <a:lnTo>
                  <a:pt x="87428" y="654654"/>
                </a:lnTo>
                <a:lnTo>
                  <a:pt x="116561" y="687542"/>
                </a:lnTo>
                <a:lnTo>
                  <a:pt x="149058" y="717025"/>
                </a:lnTo>
                <a:lnTo>
                  <a:pt x="184621" y="742801"/>
                </a:lnTo>
                <a:lnTo>
                  <a:pt x="222950" y="764569"/>
                </a:lnTo>
                <a:lnTo>
                  <a:pt x="263748" y="782025"/>
                </a:lnTo>
                <a:lnTo>
                  <a:pt x="306716" y="794868"/>
                </a:lnTo>
                <a:lnTo>
                  <a:pt x="351555" y="802796"/>
                </a:lnTo>
                <a:lnTo>
                  <a:pt x="397966" y="805505"/>
                </a:lnTo>
                <a:lnTo>
                  <a:pt x="444377" y="802796"/>
                </a:lnTo>
                <a:lnTo>
                  <a:pt x="489216" y="794868"/>
                </a:lnTo>
                <a:lnTo>
                  <a:pt x="532184" y="782025"/>
                </a:lnTo>
                <a:lnTo>
                  <a:pt x="572981" y="764569"/>
                </a:lnTo>
                <a:lnTo>
                  <a:pt x="611311" y="742801"/>
                </a:lnTo>
                <a:lnTo>
                  <a:pt x="646874" y="717025"/>
                </a:lnTo>
                <a:lnTo>
                  <a:pt x="679371" y="687542"/>
                </a:lnTo>
                <a:lnTo>
                  <a:pt x="708503" y="654654"/>
                </a:lnTo>
                <a:lnTo>
                  <a:pt x="733974" y="618663"/>
                </a:lnTo>
                <a:lnTo>
                  <a:pt x="755482" y="579873"/>
                </a:lnTo>
                <a:lnTo>
                  <a:pt x="772731" y="538584"/>
                </a:lnTo>
                <a:lnTo>
                  <a:pt x="785422" y="495100"/>
                </a:lnTo>
                <a:lnTo>
                  <a:pt x="793255" y="449722"/>
                </a:lnTo>
                <a:lnTo>
                  <a:pt x="795932" y="402752"/>
                </a:lnTo>
                <a:lnTo>
                  <a:pt x="793255" y="355783"/>
                </a:lnTo>
                <a:lnTo>
                  <a:pt x="785422" y="310405"/>
                </a:lnTo>
                <a:lnTo>
                  <a:pt x="772731" y="266920"/>
                </a:lnTo>
                <a:lnTo>
                  <a:pt x="755482" y="225632"/>
                </a:lnTo>
                <a:lnTo>
                  <a:pt x="733974" y="186841"/>
                </a:lnTo>
                <a:lnTo>
                  <a:pt x="708503" y="150851"/>
                </a:lnTo>
                <a:lnTo>
                  <a:pt x="679371" y="117963"/>
                </a:lnTo>
                <a:lnTo>
                  <a:pt x="646874" y="88480"/>
                </a:lnTo>
                <a:lnTo>
                  <a:pt x="611311" y="62703"/>
                </a:lnTo>
                <a:lnTo>
                  <a:pt x="572981" y="40936"/>
                </a:lnTo>
                <a:lnTo>
                  <a:pt x="532184" y="23479"/>
                </a:lnTo>
                <a:lnTo>
                  <a:pt x="489216" y="10636"/>
                </a:lnTo>
                <a:lnTo>
                  <a:pt x="444377" y="2709"/>
                </a:lnTo>
                <a:lnTo>
                  <a:pt x="397966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218108" y="6593875"/>
            <a:ext cx="41719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5" b="1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71077" y="6425650"/>
            <a:ext cx="796290" cy="805815"/>
          </a:xfrm>
          <a:custGeom>
            <a:avLst/>
            <a:gdLst/>
            <a:ahLst/>
            <a:cxnLst/>
            <a:rect l="l" t="t" r="r" b="b"/>
            <a:pathLst>
              <a:path w="796289" h="805815">
                <a:moveTo>
                  <a:pt x="397966" y="0"/>
                </a:moveTo>
                <a:lnTo>
                  <a:pt x="351555" y="2709"/>
                </a:lnTo>
                <a:lnTo>
                  <a:pt x="306716" y="10636"/>
                </a:lnTo>
                <a:lnTo>
                  <a:pt x="263748" y="23479"/>
                </a:lnTo>
                <a:lnTo>
                  <a:pt x="222950" y="40936"/>
                </a:lnTo>
                <a:lnTo>
                  <a:pt x="184621" y="62703"/>
                </a:lnTo>
                <a:lnTo>
                  <a:pt x="149058" y="88480"/>
                </a:lnTo>
                <a:lnTo>
                  <a:pt x="116561" y="117963"/>
                </a:lnTo>
                <a:lnTo>
                  <a:pt x="87428" y="150851"/>
                </a:lnTo>
                <a:lnTo>
                  <a:pt x="61958" y="186841"/>
                </a:lnTo>
                <a:lnTo>
                  <a:pt x="40449" y="225632"/>
                </a:lnTo>
                <a:lnTo>
                  <a:pt x="23200" y="266920"/>
                </a:lnTo>
                <a:lnTo>
                  <a:pt x="10510" y="310405"/>
                </a:lnTo>
                <a:lnTo>
                  <a:pt x="2677" y="355783"/>
                </a:lnTo>
                <a:lnTo>
                  <a:pt x="0" y="402752"/>
                </a:lnTo>
                <a:lnTo>
                  <a:pt x="2677" y="449722"/>
                </a:lnTo>
                <a:lnTo>
                  <a:pt x="10510" y="495100"/>
                </a:lnTo>
                <a:lnTo>
                  <a:pt x="23200" y="538584"/>
                </a:lnTo>
                <a:lnTo>
                  <a:pt x="40449" y="579873"/>
                </a:lnTo>
                <a:lnTo>
                  <a:pt x="61958" y="618663"/>
                </a:lnTo>
                <a:lnTo>
                  <a:pt x="87428" y="654654"/>
                </a:lnTo>
                <a:lnTo>
                  <a:pt x="116561" y="687542"/>
                </a:lnTo>
                <a:lnTo>
                  <a:pt x="149058" y="717025"/>
                </a:lnTo>
                <a:lnTo>
                  <a:pt x="184621" y="742801"/>
                </a:lnTo>
                <a:lnTo>
                  <a:pt x="222950" y="764569"/>
                </a:lnTo>
                <a:lnTo>
                  <a:pt x="263748" y="782025"/>
                </a:lnTo>
                <a:lnTo>
                  <a:pt x="306716" y="794868"/>
                </a:lnTo>
                <a:lnTo>
                  <a:pt x="351555" y="802796"/>
                </a:lnTo>
                <a:lnTo>
                  <a:pt x="397966" y="805505"/>
                </a:lnTo>
                <a:lnTo>
                  <a:pt x="444377" y="802796"/>
                </a:lnTo>
                <a:lnTo>
                  <a:pt x="489216" y="794868"/>
                </a:lnTo>
                <a:lnTo>
                  <a:pt x="532184" y="782025"/>
                </a:lnTo>
                <a:lnTo>
                  <a:pt x="572981" y="764569"/>
                </a:lnTo>
                <a:lnTo>
                  <a:pt x="611311" y="742801"/>
                </a:lnTo>
                <a:lnTo>
                  <a:pt x="646874" y="717025"/>
                </a:lnTo>
                <a:lnTo>
                  <a:pt x="679371" y="687542"/>
                </a:lnTo>
                <a:lnTo>
                  <a:pt x="708503" y="654654"/>
                </a:lnTo>
                <a:lnTo>
                  <a:pt x="733974" y="618663"/>
                </a:lnTo>
                <a:lnTo>
                  <a:pt x="755482" y="579873"/>
                </a:lnTo>
                <a:lnTo>
                  <a:pt x="772731" y="538584"/>
                </a:lnTo>
                <a:lnTo>
                  <a:pt x="785422" y="495100"/>
                </a:lnTo>
                <a:lnTo>
                  <a:pt x="793255" y="449722"/>
                </a:lnTo>
                <a:lnTo>
                  <a:pt x="795932" y="402752"/>
                </a:lnTo>
                <a:lnTo>
                  <a:pt x="793255" y="355783"/>
                </a:lnTo>
                <a:lnTo>
                  <a:pt x="785422" y="310405"/>
                </a:lnTo>
                <a:lnTo>
                  <a:pt x="772731" y="266920"/>
                </a:lnTo>
                <a:lnTo>
                  <a:pt x="755482" y="225632"/>
                </a:lnTo>
                <a:lnTo>
                  <a:pt x="733974" y="186841"/>
                </a:lnTo>
                <a:lnTo>
                  <a:pt x="708503" y="150851"/>
                </a:lnTo>
                <a:lnTo>
                  <a:pt x="679371" y="117963"/>
                </a:lnTo>
                <a:lnTo>
                  <a:pt x="646874" y="88480"/>
                </a:lnTo>
                <a:lnTo>
                  <a:pt x="611311" y="62703"/>
                </a:lnTo>
                <a:lnTo>
                  <a:pt x="572981" y="40936"/>
                </a:lnTo>
                <a:lnTo>
                  <a:pt x="532184" y="23479"/>
                </a:lnTo>
                <a:lnTo>
                  <a:pt x="489216" y="10636"/>
                </a:lnTo>
                <a:lnTo>
                  <a:pt x="444377" y="2709"/>
                </a:lnTo>
                <a:lnTo>
                  <a:pt x="397966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60486" y="6593875"/>
            <a:ext cx="41719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5" b="1">
                <a:solidFill>
                  <a:srgbClr val="FFFFFF"/>
                </a:solidFill>
                <a:latin typeface="Trebuchet MS"/>
                <a:cs typeface="Trebuchet MS"/>
              </a:rPr>
              <a:t>05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76708" y="6293232"/>
            <a:ext cx="2470150" cy="977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dirty="0" sz="2700" b="1">
                <a:solidFill>
                  <a:srgbClr val="FFFFFF"/>
                </a:solidFill>
                <a:latin typeface="Tahoma"/>
                <a:cs typeface="Tahoma"/>
              </a:rPr>
              <a:t>Metodología</a:t>
            </a:r>
            <a:r>
              <a:rPr dirty="0" sz="2700" spc="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-50" b="1">
                <a:solidFill>
                  <a:srgbClr val="FFFFFF"/>
                </a:solidFill>
                <a:latin typeface="Tahoma"/>
                <a:cs typeface="Tahoma"/>
              </a:rPr>
              <a:t>y </a:t>
            </a:r>
            <a:r>
              <a:rPr dirty="0" sz="2700" spc="-10" b="1">
                <a:solidFill>
                  <a:srgbClr val="FFFFFF"/>
                </a:solidFill>
                <a:latin typeface="Tahoma"/>
                <a:cs typeface="Tahoma"/>
              </a:rPr>
              <a:t>evidencias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439059" y="6425650"/>
            <a:ext cx="796290" cy="805815"/>
          </a:xfrm>
          <a:custGeom>
            <a:avLst/>
            <a:gdLst/>
            <a:ahLst/>
            <a:cxnLst/>
            <a:rect l="l" t="t" r="r" b="b"/>
            <a:pathLst>
              <a:path w="796290" h="805815">
                <a:moveTo>
                  <a:pt x="397966" y="0"/>
                </a:moveTo>
                <a:lnTo>
                  <a:pt x="351555" y="2709"/>
                </a:lnTo>
                <a:lnTo>
                  <a:pt x="306716" y="10636"/>
                </a:lnTo>
                <a:lnTo>
                  <a:pt x="263748" y="23479"/>
                </a:lnTo>
                <a:lnTo>
                  <a:pt x="222950" y="40936"/>
                </a:lnTo>
                <a:lnTo>
                  <a:pt x="184621" y="62703"/>
                </a:lnTo>
                <a:lnTo>
                  <a:pt x="149058" y="88480"/>
                </a:lnTo>
                <a:lnTo>
                  <a:pt x="116561" y="117963"/>
                </a:lnTo>
                <a:lnTo>
                  <a:pt x="87428" y="150851"/>
                </a:lnTo>
                <a:lnTo>
                  <a:pt x="61958" y="186841"/>
                </a:lnTo>
                <a:lnTo>
                  <a:pt x="40449" y="225632"/>
                </a:lnTo>
                <a:lnTo>
                  <a:pt x="23200" y="266920"/>
                </a:lnTo>
                <a:lnTo>
                  <a:pt x="10510" y="310405"/>
                </a:lnTo>
                <a:lnTo>
                  <a:pt x="2677" y="355783"/>
                </a:lnTo>
                <a:lnTo>
                  <a:pt x="0" y="402752"/>
                </a:lnTo>
                <a:lnTo>
                  <a:pt x="2677" y="449722"/>
                </a:lnTo>
                <a:lnTo>
                  <a:pt x="10510" y="495100"/>
                </a:lnTo>
                <a:lnTo>
                  <a:pt x="23200" y="538584"/>
                </a:lnTo>
                <a:lnTo>
                  <a:pt x="40449" y="579873"/>
                </a:lnTo>
                <a:lnTo>
                  <a:pt x="61958" y="618663"/>
                </a:lnTo>
                <a:lnTo>
                  <a:pt x="87428" y="654654"/>
                </a:lnTo>
                <a:lnTo>
                  <a:pt x="116561" y="687542"/>
                </a:lnTo>
                <a:lnTo>
                  <a:pt x="149058" y="717025"/>
                </a:lnTo>
                <a:lnTo>
                  <a:pt x="184621" y="742801"/>
                </a:lnTo>
                <a:lnTo>
                  <a:pt x="222950" y="764569"/>
                </a:lnTo>
                <a:lnTo>
                  <a:pt x="263748" y="782025"/>
                </a:lnTo>
                <a:lnTo>
                  <a:pt x="306716" y="794868"/>
                </a:lnTo>
                <a:lnTo>
                  <a:pt x="351555" y="802796"/>
                </a:lnTo>
                <a:lnTo>
                  <a:pt x="397966" y="805505"/>
                </a:lnTo>
                <a:lnTo>
                  <a:pt x="444377" y="802796"/>
                </a:lnTo>
                <a:lnTo>
                  <a:pt x="489216" y="794868"/>
                </a:lnTo>
                <a:lnTo>
                  <a:pt x="532184" y="782025"/>
                </a:lnTo>
                <a:lnTo>
                  <a:pt x="572981" y="764569"/>
                </a:lnTo>
                <a:lnTo>
                  <a:pt x="611311" y="742801"/>
                </a:lnTo>
                <a:lnTo>
                  <a:pt x="646874" y="717025"/>
                </a:lnTo>
                <a:lnTo>
                  <a:pt x="679371" y="687542"/>
                </a:lnTo>
                <a:lnTo>
                  <a:pt x="708503" y="654654"/>
                </a:lnTo>
                <a:lnTo>
                  <a:pt x="733974" y="618663"/>
                </a:lnTo>
                <a:lnTo>
                  <a:pt x="755482" y="579873"/>
                </a:lnTo>
                <a:lnTo>
                  <a:pt x="772731" y="538584"/>
                </a:lnTo>
                <a:lnTo>
                  <a:pt x="785422" y="495100"/>
                </a:lnTo>
                <a:lnTo>
                  <a:pt x="793255" y="449722"/>
                </a:lnTo>
                <a:lnTo>
                  <a:pt x="795932" y="402752"/>
                </a:lnTo>
                <a:lnTo>
                  <a:pt x="793255" y="355783"/>
                </a:lnTo>
                <a:lnTo>
                  <a:pt x="785422" y="310405"/>
                </a:lnTo>
                <a:lnTo>
                  <a:pt x="772731" y="266920"/>
                </a:lnTo>
                <a:lnTo>
                  <a:pt x="755482" y="225632"/>
                </a:lnTo>
                <a:lnTo>
                  <a:pt x="733974" y="186841"/>
                </a:lnTo>
                <a:lnTo>
                  <a:pt x="708503" y="150851"/>
                </a:lnTo>
                <a:lnTo>
                  <a:pt x="679371" y="117963"/>
                </a:lnTo>
                <a:lnTo>
                  <a:pt x="646874" y="88480"/>
                </a:lnTo>
                <a:lnTo>
                  <a:pt x="611311" y="62703"/>
                </a:lnTo>
                <a:lnTo>
                  <a:pt x="572981" y="40936"/>
                </a:lnTo>
                <a:lnTo>
                  <a:pt x="532184" y="23479"/>
                </a:lnTo>
                <a:lnTo>
                  <a:pt x="489216" y="10636"/>
                </a:lnTo>
                <a:lnTo>
                  <a:pt x="444377" y="2709"/>
                </a:lnTo>
                <a:lnTo>
                  <a:pt x="397966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0628469" y="6596126"/>
            <a:ext cx="218376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4075" algn="l"/>
              </a:tabLst>
            </a:pPr>
            <a:r>
              <a:rPr dirty="0" sz="2700" spc="-25" b="1">
                <a:solidFill>
                  <a:srgbClr val="FFFFFF"/>
                </a:solidFill>
                <a:latin typeface="Trebuchet MS"/>
                <a:cs typeface="Trebuchet MS"/>
              </a:rPr>
              <a:t>08</a:t>
            </a:r>
            <a:r>
              <a:rPr dirty="0" sz="270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700" spc="-10" b="1">
                <a:solidFill>
                  <a:srgbClr val="FFFFFF"/>
                </a:solidFill>
                <a:latin typeface="Tahoma"/>
                <a:cs typeface="Tahoma"/>
              </a:rPr>
              <a:t>Gracias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28699" y="7603287"/>
            <a:ext cx="796290" cy="805815"/>
          </a:xfrm>
          <a:custGeom>
            <a:avLst/>
            <a:gdLst/>
            <a:ahLst/>
            <a:cxnLst/>
            <a:rect l="l" t="t" r="r" b="b"/>
            <a:pathLst>
              <a:path w="796289" h="805815">
                <a:moveTo>
                  <a:pt x="397966" y="0"/>
                </a:moveTo>
                <a:lnTo>
                  <a:pt x="351555" y="2709"/>
                </a:lnTo>
                <a:lnTo>
                  <a:pt x="306716" y="10636"/>
                </a:lnTo>
                <a:lnTo>
                  <a:pt x="263748" y="23479"/>
                </a:lnTo>
                <a:lnTo>
                  <a:pt x="222950" y="40936"/>
                </a:lnTo>
                <a:lnTo>
                  <a:pt x="184621" y="62703"/>
                </a:lnTo>
                <a:lnTo>
                  <a:pt x="149058" y="88480"/>
                </a:lnTo>
                <a:lnTo>
                  <a:pt x="116561" y="117963"/>
                </a:lnTo>
                <a:lnTo>
                  <a:pt x="87428" y="150851"/>
                </a:lnTo>
                <a:lnTo>
                  <a:pt x="61958" y="186841"/>
                </a:lnTo>
                <a:lnTo>
                  <a:pt x="40449" y="225632"/>
                </a:lnTo>
                <a:lnTo>
                  <a:pt x="23200" y="266920"/>
                </a:lnTo>
                <a:lnTo>
                  <a:pt x="10510" y="310405"/>
                </a:lnTo>
                <a:lnTo>
                  <a:pt x="2677" y="355783"/>
                </a:lnTo>
                <a:lnTo>
                  <a:pt x="0" y="402752"/>
                </a:lnTo>
                <a:lnTo>
                  <a:pt x="2677" y="449722"/>
                </a:lnTo>
                <a:lnTo>
                  <a:pt x="10510" y="495100"/>
                </a:lnTo>
                <a:lnTo>
                  <a:pt x="23200" y="538584"/>
                </a:lnTo>
                <a:lnTo>
                  <a:pt x="40449" y="579873"/>
                </a:lnTo>
                <a:lnTo>
                  <a:pt x="61958" y="618663"/>
                </a:lnTo>
                <a:lnTo>
                  <a:pt x="87428" y="654654"/>
                </a:lnTo>
                <a:lnTo>
                  <a:pt x="116561" y="687542"/>
                </a:lnTo>
                <a:lnTo>
                  <a:pt x="149058" y="717025"/>
                </a:lnTo>
                <a:lnTo>
                  <a:pt x="184621" y="742801"/>
                </a:lnTo>
                <a:lnTo>
                  <a:pt x="222950" y="764569"/>
                </a:lnTo>
                <a:lnTo>
                  <a:pt x="263748" y="782025"/>
                </a:lnTo>
                <a:lnTo>
                  <a:pt x="306716" y="794868"/>
                </a:lnTo>
                <a:lnTo>
                  <a:pt x="351555" y="802796"/>
                </a:lnTo>
                <a:lnTo>
                  <a:pt x="397966" y="805505"/>
                </a:lnTo>
                <a:lnTo>
                  <a:pt x="444377" y="802796"/>
                </a:lnTo>
                <a:lnTo>
                  <a:pt x="489216" y="794868"/>
                </a:lnTo>
                <a:lnTo>
                  <a:pt x="532184" y="782025"/>
                </a:lnTo>
                <a:lnTo>
                  <a:pt x="572981" y="764569"/>
                </a:lnTo>
                <a:lnTo>
                  <a:pt x="611311" y="742801"/>
                </a:lnTo>
                <a:lnTo>
                  <a:pt x="646874" y="717025"/>
                </a:lnTo>
                <a:lnTo>
                  <a:pt x="679371" y="687542"/>
                </a:lnTo>
                <a:lnTo>
                  <a:pt x="708503" y="654654"/>
                </a:lnTo>
                <a:lnTo>
                  <a:pt x="733974" y="618663"/>
                </a:lnTo>
                <a:lnTo>
                  <a:pt x="755482" y="579873"/>
                </a:lnTo>
                <a:lnTo>
                  <a:pt x="772731" y="538584"/>
                </a:lnTo>
                <a:lnTo>
                  <a:pt x="785422" y="495100"/>
                </a:lnTo>
                <a:lnTo>
                  <a:pt x="793255" y="449722"/>
                </a:lnTo>
                <a:lnTo>
                  <a:pt x="795932" y="402752"/>
                </a:lnTo>
                <a:lnTo>
                  <a:pt x="793255" y="355783"/>
                </a:lnTo>
                <a:lnTo>
                  <a:pt x="785422" y="310405"/>
                </a:lnTo>
                <a:lnTo>
                  <a:pt x="772731" y="266920"/>
                </a:lnTo>
                <a:lnTo>
                  <a:pt x="755482" y="225632"/>
                </a:lnTo>
                <a:lnTo>
                  <a:pt x="733974" y="186841"/>
                </a:lnTo>
                <a:lnTo>
                  <a:pt x="708503" y="150851"/>
                </a:lnTo>
                <a:lnTo>
                  <a:pt x="679371" y="117963"/>
                </a:lnTo>
                <a:lnTo>
                  <a:pt x="646874" y="88480"/>
                </a:lnTo>
                <a:lnTo>
                  <a:pt x="611311" y="62703"/>
                </a:lnTo>
                <a:lnTo>
                  <a:pt x="572981" y="40936"/>
                </a:lnTo>
                <a:lnTo>
                  <a:pt x="532184" y="23479"/>
                </a:lnTo>
                <a:lnTo>
                  <a:pt x="489216" y="10636"/>
                </a:lnTo>
                <a:lnTo>
                  <a:pt x="444377" y="2709"/>
                </a:lnTo>
                <a:lnTo>
                  <a:pt x="397966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218108" y="7773764"/>
            <a:ext cx="382841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7265" algn="l"/>
              </a:tabLst>
            </a:pPr>
            <a:r>
              <a:rPr dirty="0" sz="2700" spc="-25" b="1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r>
              <a:rPr dirty="0" sz="270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700" spc="-20" b="1">
                <a:solidFill>
                  <a:srgbClr val="FFFFFF"/>
                </a:solidFill>
                <a:latin typeface="Tahoma"/>
                <a:cs typeface="Tahoma"/>
              </a:rPr>
              <a:t>Fundamentación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71077" y="7620798"/>
            <a:ext cx="796290" cy="805815"/>
          </a:xfrm>
          <a:custGeom>
            <a:avLst/>
            <a:gdLst/>
            <a:ahLst/>
            <a:cxnLst/>
            <a:rect l="l" t="t" r="r" b="b"/>
            <a:pathLst>
              <a:path w="796289" h="805815">
                <a:moveTo>
                  <a:pt x="397966" y="0"/>
                </a:moveTo>
                <a:lnTo>
                  <a:pt x="351555" y="2709"/>
                </a:lnTo>
                <a:lnTo>
                  <a:pt x="306716" y="10636"/>
                </a:lnTo>
                <a:lnTo>
                  <a:pt x="263748" y="23479"/>
                </a:lnTo>
                <a:lnTo>
                  <a:pt x="222950" y="40936"/>
                </a:lnTo>
                <a:lnTo>
                  <a:pt x="184621" y="62703"/>
                </a:lnTo>
                <a:lnTo>
                  <a:pt x="149058" y="88480"/>
                </a:lnTo>
                <a:lnTo>
                  <a:pt x="116561" y="117963"/>
                </a:lnTo>
                <a:lnTo>
                  <a:pt x="87428" y="150851"/>
                </a:lnTo>
                <a:lnTo>
                  <a:pt x="61958" y="186841"/>
                </a:lnTo>
                <a:lnTo>
                  <a:pt x="40449" y="225632"/>
                </a:lnTo>
                <a:lnTo>
                  <a:pt x="23200" y="266920"/>
                </a:lnTo>
                <a:lnTo>
                  <a:pt x="10510" y="310405"/>
                </a:lnTo>
                <a:lnTo>
                  <a:pt x="2677" y="355783"/>
                </a:lnTo>
                <a:lnTo>
                  <a:pt x="0" y="402752"/>
                </a:lnTo>
                <a:lnTo>
                  <a:pt x="2677" y="449722"/>
                </a:lnTo>
                <a:lnTo>
                  <a:pt x="10510" y="495100"/>
                </a:lnTo>
                <a:lnTo>
                  <a:pt x="23200" y="538584"/>
                </a:lnTo>
                <a:lnTo>
                  <a:pt x="40449" y="579873"/>
                </a:lnTo>
                <a:lnTo>
                  <a:pt x="61958" y="618663"/>
                </a:lnTo>
                <a:lnTo>
                  <a:pt x="87428" y="654654"/>
                </a:lnTo>
                <a:lnTo>
                  <a:pt x="116561" y="687542"/>
                </a:lnTo>
                <a:lnTo>
                  <a:pt x="149058" y="717025"/>
                </a:lnTo>
                <a:lnTo>
                  <a:pt x="184621" y="742801"/>
                </a:lnTo>
                <a:lnTo>
                  <a:pt x="222950" y="764569"/>
                </a:lnTo>
                <a:lnTo>
                  <a:pt x="263748" y="782025"/>
                </a:lnTo>
                <a:lnTo>
                  <a:pt x="306716" y="794868"/>
                </a:lnTo>
                <a:lnTo>
                  <a:pt x="351555" y="802796"/>
                </a:lnTo>
                <a:lnTo>
                  <a:pt x="397966" y="805505"/>
                </a:lnTo>
                <a:lnTo>
                  <a:pt x="444377" y="802796"/>
                </a:lnTo>
                <a:lnTo>
                  <a:pt x="489216" y="794868"/>
                </a:lnTo>
                <a:lnTo>
                  <a:pt x="532184" y="782025"/>
                </a:lnTo>
                <a:lnTo>
                  <a:pt x="572981" y="764569"/>
                </a:lnTo>
                <a:lnTo>
                  <a:pt x="611311" y="742801"/>
                </a:lnTo>
                <a:lnTo>
                  <a:pt x="646874" y="717025"/>
                </a:lnTo>
                <a:lnTo>
                  <a:pt x="679371" y="687542"/>
                </a:lnTo>
                <a:lnTo>
                  <a:pt x="708503" y="654654"/>
                </a:lnTo>
                <a:lnTo>
                  <a:pt x="733974" y="618663"/>
                </a:lnTo>
                <a:lnTo>
                  <a:pt x="755482" y="579873"/>
                </a:lnTo>
                <a:lnTo>
                  <a:pt x="772731" y="538584"/>
                </a:lnTo>
                <a:lnTo>
                  <a:pt x="785422" y="495100"/>
                </a:lnTo>
                <a:lnTo>
                  <a:pt x="793255" y="449722"/>
                </a:lnTo>
                <a:lnTo>
                  <a:pt x="795932" y="402752"/>
                </a:lnTo>
                <a:lnTo>
                  <a:pt x="793255" y="355783"/>
                </a:lnTo>
                <a:lnTo>
                  <a:pt x="785422" y="310405"/>
                </a:lnTo>
                <a:lnTo>
                  <a:pt x="772731" y="266920"/>
                </a:lnTo>
                <a:lnTo>
                  <a:pt x="755482" y="225632"/>
                </a:lnTo>
                <a:lnTo>
                  <a:pt x="733974" y="186841"/>
                </a:lnTo>
                <a:lnTo>
                  <a:pt x="708503" y="150851"/>
                </a:lnTo>
                <a:lnTo>
                  <a:pt x="679371" y="117963"/>
                </a:lnTo>
                <a:lnTo>
                  <a:pt x="646874" y="88480"/>
                </a:lnTo>
                <a:lnTo>
                  <a:pt x="611311" y="62703"/>
                </a:lnTo>
                <a:lnTo>
                  <a:pt x="572981" y="40936"/>
                </a:lnTo>
                <a:lnTo>
                  <a:pt x="532184" y="23479"/>
                </a:lnTo>
                <a:lnTo>
                  <a:pt x="489216" y="10636"/>
                </a:lnTo>
                <a:lnTo>
                  <a:pt x="444377" y="2709"/>
                </a:lnTo>
                <a:lnTo>
                  <a:pt x="397966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860486" y="7789023"/>
            <a:ext cx="41719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5" b="1">
                <a:solidFill>
                  <a:srgbClr val="FFFFFF"/>
                </a:solidFill>
                <a:latin typeface="Trebuchet MS"/>
                <a:cs typeface="Trebuchet MS"/>
              </a:rPr>
              <a:t>06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76708" y="7773764"/>
            <a:ext cx="258635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FFFFFF"/>
                </a:solidFill>
                <a:latin typeface="Tahoma"/>
                <a:cs typeface="Tahoma"/>
              </a:rPr>
              <a:t>Plan</a:t>
            </a:r>
            <a:r>
              <a:rPr dirty="0" sz="2700" spc="-1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55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700" spc="-1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-50" b="1">
                <a:solidFill>
                  <a:srgbClr val="FFFFFF"/>
                </a:solidFill>
                <a:latin typeface="Tahoma"/>
                <a:cs typeface="Tahoma"/>
              </a:rPr>
              <a:t>trabajo</a:t>
            </a:r>
            <a:endParaRPr sz="2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6441142" y="602669"/>
            <a:ext cx="106743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ahoma"/>
                <a:cs typeface="Tahoma"/>
              </a:rPr>
              <a:t>Page-</a:t>
            </a:r>
            <a:r>
              <a:rPr dirty="0" sz="2200" spc="-25">
                <a:latin typeface="Tahoma"/>
                <a:cs typeface="Tahoma"/>
              </a:rPr>
              <a:t>03</a:t>
            </a:r>
            <a:endParaRPr sz="22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355808"/>
            <a:ext cx="2193427" cy="6267360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5401481" y="1997767"/>
            <a:ext cx="7485380" cy="1030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600"/>
              <a:t>Equipo</a:t>
            </a:r>
            <a:r>
              <a:rPr dirty="0" sz="6600" spc="-295"/>
              <a:t> </a:t>
            </a:r>
            <a:r>
              <a:rPr dirty="0" sz="6600" spc="114"/>
              <a:t>de</a:t>
            </a:r>
            <a:r>
              <a:rPr dirty="0" sz="6600" spc="-295"/>
              <a:t> </a:t>
            </a:r>
            <a:r>
              <a:rPr dirty="0" sz="6600" spc="-135"/>
              <a:t>Trabajo</a:t>
            </a:r>
            <a:endParaRPr sz="6600"/>
          </a:p>
        </p:txBody>
      </p:sp>
      <p:sp>
        <p:nvSpPr>
          <p:cNvPr id="3" name="object 3"/>
          <p:cNvSpPr/>
          <p:nvPr/>
        </p:nvSpPr>
        <p:spPr>
          <a:xfrm>
            <a:off x="2995873" y="3975940"/>
            <a:ext cx="2921000" cy="3023870"/>
          </a:xfrm>
          <a:custGeom>
            <a:avLst/>
            <a:gdLst/>
            <a:ahLst/>
            <a:cxnLst/>
            <a:rect l="l" t="t" r="r" b="b"/>
            <a:pathLst>
              <a:path w="2921000" h="3023870">
                <a:moveTo>
                  <a:pt x="2643945" y="3023496"/>
                </a:moveTo>
                <a:lnTo>
                  <a:pt x="276866" y="3023496"/>
                </a:lnTo>
                <a:lnTo>
                  <a:pt x="272883" y="3023181"/>
                </a:lnTo>
                <a:lnTo>
                  <a:pt x="223630" y="3011318"/>
                </a:lnTo>
                <a:lnTo>
                  <a:pt x="176960" y="2991987"/>
                </a:lnTo>
                <a:lnTo>
                  <a:pt x="133745" y="2965548"/>
                </a:lnTo>
                <a:lnTo>
                  <a:pt x="94853" y="2932362"/>
                </a:lnTo>
                <a:lnTo>
                  <a:pt x="61666" y="2893470"/>
                </a:lnTo>
                <a:lnTo>
                  <a:pt x="35228" y="2850255"/>
                </a:lnTo>
                <a:lnTo>
                  <a:pt x="15897" y="2803585"/>
                </a:lnTo>
                <a:lnTo>
                  <a:pt x="4034" y="2754332"/>
                </a:lnTo>
                <a:lnTo>
                  <a:pt x="0" y="2703365"/>
                </a:lnTo>
                <a:lnTo>
                  <a:pt x="0" y="323850"/>
                </a:lnTo>
                <a:lnTo>
                  <a:pt x="4034" y="272883"/>
                </a:lnTo>
                <a:lnTo>
                  <a:pt x="15897" y="223630"/>
                </a:lnTo>
                <a:lnTo>
                  <a:pt x="35228" y="176960"/>
                </a:lnTo>
                <a:lnTo>
                  <a:pt x="61666" y="133745"/>
                </a:lnTo>
                <a:lnTo>
                  <a:pt x="94853" y="94853"/>
                </a:lnTo>
                <a:lnTo>
                  <a:pt x="133745" y="61667"/>
                </a:lnTo>
                <a:lnTo>
                  <a:pt x="176960" y="35228"/>
                </a:lnTo>
                <a:lnTo>
                  <a:pt x="223630" y="15897"/>
                </a:lnTo>
                <a:lnTo>
                  <a:pt x="272883" y="4034"/>
                </a:lnTo>
                <a:lnTo>
                  <a:pt x="323850" y="0"/>
                </a:lnTo>
                <a:lnTo>
                  <a:pt x="2596961" y="0"/>
                </a:lnTo>
                <a:lnTo>
                  <a:pt x="2647929" y="4034"/>
                </a:lnTo>
                <a:lnTo>
                  <a:pt x="2697182" y="15897"/>
                </a:lnTo>
                <a:lnTo>
                  <a:pt x="2743851" y="35228"/>
                </a:lnTo>
                <a:lnTo>
                  <a:pt x="2787066" y="61667"/>
                </a:lnTo>
                <a:lnTo>
                  <a:pt x="2825958" y="94853"/>
                </a:lnTo>
                <a:lnTo>
                  <a:pt x="2859144" y="133745"/>
                </a:lnTo>
                <a:lnTo>
                  <a:pt x="2885583" y="176960"/>
                </a:lnTo>
                <a:lnTo>
                  <a:pt x="2904914" y="223630"/>
                </a:lnTo>
                <a:lnTo>
                  <a:pt x="2916777" y="272883"/>
                </a:lnTo>
                <a:lnTo>
                  <a:pt x="2920811" y="323850"/>
                </a:lnTo>
                <a:lnTo>
                  <a:pt x="2920811" y="2703365"/>
                </a:lnTo>
                <a:lnTo>
                  <a:pt x="2916777" y="2754332"/>
                </a:lnTo>
                <a:lnTo>
                  <a:pt x="2904914" y="2803585"/>
                </a:lnTo>
                <a:lnTo>
                  <a:pt x="2885583" y="2850255"/>
                </a:lnTo>
                <a:lnTo>
                  <a:pt x="2859144" y="2893470"/>
                </a:lnTo>
                <a:lnTo>
                  <a:pt x="2825958" y="2932362"/>
                </a:lnTo>
                <a:lnTo>
                  <a:pt x="2787066" y="2965548"/>
                </a:lnTo>
                <a:lnTo>
                  <a:pt x="2743851" y="2991987"/>
                </a:lnTo>
                <a:lnTo>
                  <a:pt x="2697182" y="3011318"/>
                </a:lnTo>
                <a:lnTo>
                  <a:pt x="2647929" y="3023181"/>
                </a:lnTo>
                <a:lnTo>
                  <a:pt x="2643945" y="30234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01172" y="4361837"/>
            <a:ext cx="1504949" cy="164782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575831" y="3975940"/>
            <a:ext cx="2921000" cy="3023870"/>
          </a:xfrm>
          <a:custGeom>
            <a:avLst/>
            <a:gdLst/>
            <a:ahLst/>
            <a:cxnLst/>
            <a:rect l="l" t="t" r="r" b="b"/>
            <a:pathLst>
              <a:path w="2921000" h="3023870">
                <a:moveTo>
                  <a:pt x="2643946" y="3023496"/>
                </a:moveTo>
                <a:lnTo>
                  <a:pt x="276866" y="3023496"/>
                </a:lnTo>
                <a:lnTo>
                  <a:pt x="272883" y="3023181"/>
                </a:lnTo>
                <a:lnTo>
                  <a:pt x="223630" y="3011318"/>
                </a:lnTo>
                <a:lnTo>
                  <a:pt x="176960" y="2991987"/>
                </a:lnTo>
                <a:lnTo>
                  <a:pt x="133745" y="2965548"/>
                </a:lnTo>
                <a:lnTo>
                  <a:pt x="94853" y="2932362"/>
                </a:lnTo>
                <a:lnTo>
                  <a:pt x="61666" y="2893470"/>
                </a:lnTo>
                <a:lnTo>
                  <a:pt x="35228" y="2850255"/>
                </a:lnTo>
                <a:lnTo>
                  <a:pt x="15897" y="2803585"/>
                </a:lnTo>
                <a:lnTo>
                  <a:pt x="4034" y="2754332"/>
                </a:lnTo>
                <a:lnTo>
                  <a:pt x="0" y="2703365"/>
                </a:lnTo>
                <a:lnTo>
                  <a:pt x="0" y="323850"/>
                </a:lnTo>
                <a:lnTo>
                  <a:pt x="4034" y="272883"/>
                </a:lnTo>
                <a:lnTo>
                  <a:pt x="15897" y="223630"/>
                </a:lnTo>
                <a:lnTo>
                  <a:pt x="35228" y="176960"/>
                </a:lnTo>
                <a:lnTo>
                  <a:pt x="61666" y="133745"/>
                </a:lnTo>
                <a:lnTo>
                  <a:pt x="94853" y="94853"/>
                </a:lnTo>
                <a:lnTo>
                  <a:pt x="133745" y="61667"/>
                </a:lnTo>
                <a:lnTo>
                  <a:pt x="176960" y="35228"/>
                </a:lnTo>
                <a:lnTo>
                  <a:pt x="223630" y="15897"/>
                </a:lnTo>
                <a:lnTo>
                  <a:pt x="272883" y="4034"/>
                </a:lnTo>
                <a:lnTo>
                  <a:pt x="323850" y="0"/>
                </a:lnTo>
                <a:lnTo>
                  <a:pt x="2596962" y="0"/>
                </a:lnTo>
                <a:lnTo>
                  <a:pt x="2647929" y="4034"/>
                </a:lnTo>
                <a:lnTo>
                  <a:pt x="2697182" y="15897"/>
                </a:lnTo>
                <a:lnTo>
                  <a:pt x="2743851" y="35228"/>
                </a:lnTo>
                <a:lnTo>
                  <a:pt x="2787066" y="61667"/>
                </a:lnTo>
                <a:lnTo>
                  <a:pt x="2825958" y="94853"/>
                </a:lnTo>
                <a:lnTo>
                  <a:pt x="2859144" y="133745"/>
                </a:lnTo>
                <a:lnTo>
                  <a:pt x="2885583" y="176960"/>
                </a:lnTo>
                <a:lnTo>
                  <a:pt x="2904915" y="223630"/>
                </a:lnTo>
                <a:lnTo>
                  <a:pt x="2916778" y="272883"/>
                </a:lnTo>
                <a:lnTo>
                  <a:pt x="2920811" y="323850"/>
                </a:lnTo>
                <a:lnTo>
                  <a:pt x="2920811" y="2703365"/>
                </a:lnTo>
                <a:lnTo>
                  <a:pt x="2916778" y="2754332"/>
                </a:lnTo>
                <a:lnTo>
                  <a:pt x="2904915" y="2803585"/>
                </a:lnTo>
                <a:lnTo>
                  <a:pt x="2885583" y="2850255"/>
                </a:lnTo>
                <a:lnTo>
                  <a:pt x="2859144" y="2893470"/>
                </a:lnTo>
                <a:lnTo>
                  <a:pt x="2825958" y="2932362"/>
                </a:lnTo>
                <a:lnTo>
                  <a:pt x="2787066" y="2965548"/>
                </a:lnTo>
                <a:lnTo>
                  <a:pt x="2743851" y="2991987"/>
                </a:lnTo>
                <a:lnTo>
                  <a:pt x="2697182" y="3011318"/>
                </a:lnTo>
                <a:lnTo>
                  <a:pt x="2647929" y="3023181"/>
                </a:lnTo>
                <a:lnTo>
                  <a:pt x="2643946" y="3023496"/>
                </a:lnTo>
                <a:close/>
              </a:path>
            </a:pathLst>
          </a:custGeom>
          <a:solidFill>
            <a:srgbClr val="4B489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00892" y="4600821"/>
            <a:ext cx="1409699" cy="10477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358086" y="6285061"/>
            <a:ext cx="2303780" cy="4400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700" spc="55" b="1">
                <a:latin typeface="Tahoma"/>
                <a:cs typeface="Tahoma"/>
              </a:rPr>
              <a:t>Carlos</a:t>
            </a:r>
            <a:r>
              <a:rPr dirty="0" sz="2700" spc="-55" b="1">
                <a:latin typeface="Tahoma"/>
                <a:cs typeface="Tahoma"/>
              </a:rPr>
              <a:t> </a:t>
            </a:r>
            <a:r>
              <a:rPr dirty="0" sz="2700" spc="-10" b="1">
                <a:latin typeface="Tahoma"/>
                <a:cs typeface="Tahoma"/>
              </a:rPr>
              <a:t>Avello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38255" y="6285061"/>
            <a:ext cx="2131695" cy="4400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700" spc="-10" b="1">
                <a:latin typeface="Tahoma"/>
                <a:cs typeface="Tahoma"/>
              </a:rPr>
              <a:t>Bastián</a:t>
            </a:r>
            <a:r>
              <a:rPr dirty="0" sz="2700" spc="-150" b="1">
                <a:latin typeface="Tahoma"/>
                <a:cs typeface="Tahoma"/>
              </a:rPr>
              <a:t> </a:t>
            </a:r>
            <a:r>
              <a:rPr dirty="0" sz="2700" spc="-20" b="1">
                <a:latin typeface="Tahoma"/>
                <a:cs typeface="Tahoma"/>
              </a:rPr>
              <a:t>Díaz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235163" y="3975940"/>
            <a:ext cx="3133725" cy="3027680"/>
          </a:xfrm>
          <a:custGeom>
            <a:avLst/>
            <a:gdLst/>
            <a:ahLst/>
            <a:cxnLst/>
            <a:rect l="l" t="t" r="r" b="b"/>
            <a:pathLst>
              <a:path w="3133725" h="3027679">
                <a:moveTo>
                  <a:pt x="2813246" y="3027215"/>
                </a:moveTo>
                <a:lnTo>
                  <a:pt x="323849" y="3027215"/>
                </a:lnTo>
                <a:lnTo>
                  <a:pt x="272882" y="3023181"/>
                </a:lnTo>
                <a:lnTo>
                  <a:pt x="223630" y="3011318"/>
                </a:lnTo>
                <a:lnTo>
                  <a:pt x="176960" y="2991987"/>
                </a:lnTo>
                <a:lnTo>
                  <a:pt x="133745" y="2965548"/>
                </a:lnTo>
                <a:lnTo>
                  <a:pt x="94853" y="2932362"/>
                </a:lnTo>
                <a:lnTo>
                  <a:pt x="61667" y="2893470"/>
                </a:lnTo>
                <a:lnTo>
                  <a:pt x="35228" y="2850254"/>
                </a:lnTo>
                <a:lnTo>
                  <a:pt x="15897" y="2803585"/>
                </a:lnTo>
                <a:lnTo>
                  <a:pt x="4034" y="2754332"/>
                </a:lnTo>
                <a:lnTo>
                  <a:pt x="0" y="2703365"/>
                </a:lnTo>
                <a:lnTo>
                  <a:pt x="0" y="323850"/>
                </a:lnTo>
                <a:lnTo>
                  <a:pt x="4034" y="272883"/>
                </a:lnTo>
                <a:lnTo>
                  <a:pt x="15897" y="223630"/>
                </a:lnTo>
                <a:lnTo>
                  <a:pt x="35228" y="176960"/>
                </a:lnTo>
                <a:lnTo>
                  <a:pt x="61667" y="133745"/>
                </a:lnTo>
                <a:lnTo>
                  <a:pt x="94853" y="94853"/>
                </a:lnTo>
                <a:lnTo>
                  <a:pt x="133745" y="61667"/>
                </a:lnTo>
                <a:lnTo>
                  <a:pt x="176960" y="35228"/>
                </a:lnTo>
                <a:lnTo>
                  <a:pt x="223630" y="15897"/>
                </a:lnTo>
                <a:lnTo>
                  <a:pt x="272882" y="4034"/>
                </a:lnTo>
                <a:lnTo>
                  <a:pt x="323849" y="0"/>
                </a:lnTo>
                <a:lnTo>
                  <a:pt x="2813246" y="0"/>
                </a:lnTo>
                <a:lnTo>
                  <a:pt x="2864213" y="4034"/>
                </a:lnTo>
                <a:lnTo>
                  <a:pt x="2913466" y="15897"/>
                </a:lnTo>
                <a:lnTo>
                  <a:pt x="2960135" y="35228"/>
                </a:lnTo>
                <a:lnTo>
                  <a:pt x="3003350" y="61667"/>
                </a:lnTo>
                <a:lnTo>
                  <a:pt x="3042242" y="94853"/>
                </a:lnTo>
                <a:lnTo>
                  <a:pt x="3075429" y="133745"/>
                </a:lnTo>
                <a:lnTo>
                  <a:pt x="3101868" y="176960"/>
                </a:lnTo>
                <a:lnTo>
                  <a:pt x="3121199" y="223630"/>
                </a:lnTo>
                <a:lnTo>
                  <a:pt x="3133062" y="272883"/>
                </a:lnTo>
                <a:lnTo>
                  <a:pt x="3133641" y="280192"/>
                </a:lnTo>
                <a:lnTo>
                  <a:pt x="3133641" y="2747022"/>
                </a:lnTo>
                <a:lnTo>
                  <a:pt x="3121199" y="2803585"/>
                </a:lnTo>
                <a:lnTo>
                  <a:pt x="3101868" y="2850254"/>
                </a:lnTo>
                <a:lnTo>
                  <a:pt x="3075429" y="2893470"/>
                </a:lnTo>
                <a:lnTo>
                  <a:pt x="3042242" y="2932362"/>
                </a:lnTo>
                <a:lnTo>
                  <a:pt x="3003350" y="2965548"/>
                </a:lnTo>
                <a:lnTo>
                  <a:pt x="2960135" y="2991987"/>
                </a:lnTo>
                <a:lnTo>
                  <a:pt x="2913466" y="3011318"/>
                </a:lnTo>
                <a:lnTo>
                  <a:pt x="2864213" y="3023181"/>
                </a:lnTo>
                <a:lnTo>
                  <a:pt x="2813246" y="3027215"/>
                </a:lnTo>
                <a:close/>
              </a:path>
            </a:pathLst>
          </a:custGeom>
          <a:solidFill>
            <a:srgbClr val="EC99C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239174" y="4216215"/>
            <a:ext cx="1162049" cy="15335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381838" y="6285061"/>
            <a:ext cx="2844165" cy="4400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700" spc="-65" b="1">
                <a:latin typeface="Tahoma"/>
                <a:cs typeface="Tahoma"/>
              </a:rPr>
              <a:t>Benjamín</a:t>
            </a:r>
            <a:r>
              <a:rPr dirty="0" sz="2700" spc="-130" b="1">
                <a:latin typeface="Tahoma"/>
                <a:cs typeface="Tahoma"/>
              </a:rPr>
              <a:t> </a:t>
            </a:r>
            <a:r>
              <a:rPr dirty="0" sz="2700" spc="-20" b="1">
                <a:latin typeface="Tahoma"/>
                <a:cs typeface="Tahoma"/>
              </a:rPr>
              <a:t>Muñoz</a:t>
            </a:r>
            <a:endParaRPr sz="27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71802" y="2260198"/>
            <a:ext cx="2116197" cy="6209402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355906" y="7478658"/>
            <a:ext cx="4079875" cy="170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14599"/>
              </a:lnSpc>
              <a:spcBef>
                <a:spcPts val="100"/>
              </a:spcBef>
            </a:pPr>
            <a:r>
              <a:rPr dirty="0" sz="2400" spc="80" b="1">
                <a:solidFill>
                  <a:srgbClr val="3F3F3F"/>
                </a:solidFill>
                <a:latin typeface="Trebuchet MS"/>
                <a:cs typeface="Trebuchet MS"/>
              </a:rPr>
              <a:t>Product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60" b="1">
                <a:solidFill>
                  <a:srgbClr val="3F3F3F"/>
                </a:solidFill>
                <a:latin typeface="Trebuchet MS"/>
                <a:cs typeface="Trebuchet MS"/>
              </a:rPr>
              <a:t>Owner: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90" b="1">
                <a:solidFill>
                  <a:srgbClr val="3F3F3F"/>
                </a:solidFill>
                <a:latin typeface="Trebuchet MS"/>
                <a:cs typeface="Trebuchet MS"/>
              </a:rPr>
              <a:t>encargado </a:t>
            </a:r>
            <a:r>
              <a:rPr dirty="0" sz="2400" spc="70" b="1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85" b="1">
                <a:solidFill>
                  <a:srgbClr val="3F3F3F"/>
                </a:solidFill>
                <a:latin typeface="Trebuchet MS"/>
                <a:cs typeface="Trebuchet MS"/>
              </a:rPr>
              <a:t>la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80" b="1">
                <a:solidFill>
                  <a:srgbClr val="3F3F3F"/>
                </a:solidFill>
                <a:latin typeface="Trebuchet MS"/>
                <a:cs typeface="Trebuchet MS"/>
              </a:rPr>
              <a:t>visión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25" b="1">
                <a:solidFill>
                  <a:srgbClr val="3F3F3F"/>
                </a:solidFill>
                <a:latin typeface="Trebuchet MS"/>
                <a:cs typeface="Trebuchet MS"/>
              </a:rPr>
              <a:t>y </a:t>
            </a:r>
            <a:r>
              <a:rPr dirty="0" sz="2400" spc="85" b="1">
                <a:solidFill>
                  <a:srgbClr val="3F3F3F"/>
                </a:solidFill>
                <a:latin typeface="Trebuchet MS"/>
                <a:cs typeface="Trebuchet MS"/>
              </a:rPr>
              <a:t>requerimientos</a:t>
            </a:r>
            <a:r>
              <a:rPr dirty="0" sz="2400" spc="-10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25" b="1">
                <a:solidFill>
                  <a:srgbClr val="3F3F3F"/>
                </a:solidFill>
                <a:latin typeface="Trebuchet MS"/>
                <a:cs typeface="Trebuchet MS"/>
              </a:rPr>
              <a:t>del </a:t>
            </a:r>
            <a:r>
              <a:rPr dirty="0" sz="2400" spc="-10" b="1">
                <a:solidFill>
                  <a:srgbClr val="3F3F3F"/>
                </a:solidFill>
                <a:latin typeface="Trebuchet MS"/>
                <a:cs typeface="Trebuchet MS"/>
              </a:rPr>
              <a:t>proyecto.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21789" y="7478658"/>
            <a:ext cx="4244340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14599"/>
              </a:lnSpc>
              <a:spcBef>
                <a:spcPts val="100"/>
              </a:spcBef>
            </a:pPr>
            <a:r>
              <a:rPr dirty="0" sz="2400" b="1">
                <a:solidFill>
                  <a:srgbClr val="3F3F3F"/>
                </a:solidFill>
                <a:latin typeface="Trebuchet MS"/>
                <a:cs typeface="Trebuchet MS"/>
              </a:rPr>
              <a:t>Developer:</a:t>
            </a:r>
            <a:r>
              <a:rPr dirty="0" sz="2400" spc="3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65" b="1">
                <a:solidFill>
                  <a:srgbClr val="3F3F3F"/>
                </a:solidFill>
                <a:latin typeface="Trebuchet MS"/>
                <a:cs typeface="Trebuchet MS"/>
              </a:rPr>
              <a:t>desarrollo </a:t>
            </a:r>
            <a:r>
              <a:rPr dirty="0" sz="2400" spc="60" b="1">
                <a:solidFill>
                  <a:srgbClr val="3F3F3F"/>
                </a:solidFill>
                <a:latin typeface="Trebuchet MS"/>
                <a:cs typeface="Trebuchet MS"/>
              </a:rPr>
              <a:t>FullStack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5" b="1">
                <a:solidFill>
                  <a:srgbClr val="3F3F3F"/>
                </a:solidFill>
                <a:latin typeface="Trebuchet MS"/>
                <a:cs typeface="Trebuchet MS"/>
              </a:rPr>
              <a:t>y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0" b="1">
                <a:solidFill>
                  <a:srgbClr val="3F3F3F"/>
                </a:solidFill>
                <a:latin typeface="Trebuchet MS"/>
                <a:cs typeface="Trebuchet MS"/>
              </a:rPr>
              <a:t>optimización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25" b="1">
                <a:solidFill>
                  <a:srgbClr val="3F3F3F"/>
                </a:solidFill>
                <a:latin typeface="Trebuchet MS"/>
                <a:cs typeface="Trebuchet MS"/>
              </a:rPr>
              <a:t>del </a:t>
            </a:r>
            <a:r>
              <a:rPr dirty="0" sz="2400" spc="65" b="1">
                <a:solidFill>
                  <a:srgbClr val="3F3F3F"/>
                </a:solidFill>
                <a:latin typeface="Trebuchet MS"/>
                <a:cs typeface="Trebuchet MS"/>
              </a:rPr>
              <a:t>sistema.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050134" y="7478658"/>
            <a:ext cx="3999865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b="1">
                <a:solidFill>
                  <a:srgbClr val="3F3F3F"/>
                </a:solidFill>
                <a:latin typeface="Trebuchet MS"/>
                <a:cs typeface="Trebuchet MS"/>
              </a:rPr>
              <a:t>Developer:</a:t>
            </a:r>
            <a:r>
              <a:rPr dirty="0" sz="2400" spc="114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10" b="1">
                <a:solidFill>
                  <a:srgbClr val="3F3F3F"/>
                </a:solidFill>
                <a:latin typeface="Trebuchet MS"/>
                <a:cs typeface="Trebuchet MS"/>
              </a:rPr>
              <a:t>apoyo</a:t>
            </a:r>
            <a:r>
              <a:rPr dirty="0" sz="2400" spc="114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60" b="1">
                <a:solidFill>
                  <a:srgbClr val="3F3F3F"/>
                </a:solidFill>
                <a:latin typeface="Trebuchet MS"/>
                <a:cs typeface="Trebuchet MS"/>
              </a:rPr>
              <a:t>en </a:t>
            </a:r>
            <a:r>
              <a:rPr dirty="0" sz="2400" spc="100" b="1">
                <a:solidFill>
                  <a:srgbClr val="3F3F3F"/>
                </a:solidFill>
                <a:latin typeface="Trebuchet MS"/>
                <a:cs typeface="Trebuchet MS"/>
              </a:rPr>
              <a:t>backend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5" b="1">
                <a:solidFill>
                  <a:srgbClr val="3F3F3F"/>
                </a:solidFill>
                <a:latin typeface="Trebuchet MS"/>
                <a:cs typeface="Trebuchet MS"/>
              </a:rPr>
              <a:t>y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90" b="1">
                <a:solidFill>
                  <a:srgbClr val="3F3F3F"/>
                </a:solidFill>
                <a:latin typeface="Trebuchet MS"/>
                <a:cs typeface="Trebuchet MS"/>
              </a:rPr>
              <a:t>gestión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0" b="1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85" b="1">
                <a:solidFill>
                  <a:srgbClr val="3F3F3F"/>
                </a:solidFill>
                <a:latin typeface="Trebuchet MS"/>
                <a:cs typeface="Trebuchet MS"/>
              </a:rPr>
              <a:t>base </a:t>
            </a:r>
            <a:r>
              <a:rPr dirty="0" sz="2400" spc="70" b="1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dirty="0" sz="2400" spc="-10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55" b="1">
                <a:solidFill>
                  <a:srgbClr val="3F3F3F"/>
                </a:solidFill>
                <a:latin typeface="Trebuchet MS"/>
                <a:cs typeface="Trebuchet MS"/>
              </a:rPr>
              <a:t>datos.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/>
          <p:nvPr/>
        </p:nvSpPr>
        <p:spPr>
          <a:xfrm>
            <a:off x="16441142" y="602669"/>
            <a:ext cx="106743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ahoma"/>
                <a:cs typeface="Tahoma"/>
              </a:rPr>
              <a:t>Page-</a:t>
            </a:r>
            <a:r>
              <a:rPr dirty="0" sz="2200" spc="-25">
                <a:latin typeface="Tahoma"/>
                <a:cs typeface="Tahoma"/>
              </a:rPr>
              <a:t>04</a:t>
            </a:r>
            <a:endParaRPr sz="2200">
              <a:latin typeface="Tahoma"/>
              <a:cs typeface="Tahoma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9453" y="1997564"/>
            <a:ext cx="5922755" cy="7054987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8596490" y="2152789"/>
            <a:ext cx="8100059" cy="7918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0" spc="60"/>
              <a:t>Descripción</a:t>
            </a:r>
            <a:r>
              <a:rPr dirty="0" sz="5000" spc="-95"/>
              <a:t> </a:t>
            </a:r>
            <a:r>
              <a:rPr dirty="0" sz="5000" spc="65"/>
              <a:t>del</a:t>
            </a:r>
            <a:r>
              <a:rPr dirty="0" sz="5000" spc="-90"/>
              <a:t> </a:t>
            </a:r>
            <a:r>
              <a:rPr dirty="0" sz="5000" spc="55"/>
              <a:t>Proyecto</a:t>
            </a:r>
            <a:endParaRPr sz="5000"/>
          </a:p>
        </p:txBody>
      </p:sp>
      <p:grpSp>
        <p:nvGrpSpPr>
          <p:cNvPr id="15" name="object 15"/>
          <p:cNvGrpSpPr/>
          <p:nvPr/>
        </p:nvGrpSpPr>
        <p:grpSpPr>
          <a:xfrm>
            <a:off x="8681718" y="3962013"/>
            <a:ext cx="462280" cy="462280"/>
            <a:chOff x="8681718" y="3962013"/>
            <a:chExt cx="462280" cy="462280"/>
          </a:xfrm>
        </p:grpSpPr>
        <p:sp>
          <p:nvSpPr>
            <p:cNvPr id="16" name="object 16"/>
            <p:cNvSpPr/>
            <p:nvPr/>
          </p:nvSpPr>
          <p:spPr>
            <a:xfrm>
              <a:off x="8681718" y="3962013"/>
              <a:ext cx="462280" cy="462280"/>
            </a:xfrm>
            <a:custGeom>
              <a:avLst/>
              <a:gdLst/>
              <a:ahLst/>
              <a:cxnLst/>
              <a:rect l="l" t="t" r="r" b="b"/>
              <a:pathLst>
                <a:path w="462279" h="462279">
                  <a:moveTo>
                    <a:pt x="231130" y="462260"/>
                  </a:moveTo>
                  <a:lnTo>
                    <a:pt x="184552" y="457563"/>
                  </a:lnTo>
                  <a:lnTo>
                    <a:pt x="141169" y="444094"/>
                  </a:lnTo>
                  <a:lnTo>
                    <a:pt x="101908" y="422783"/>
                  </a:lnTo>
                  <a:lnTo>
                    <a:pt x="67701" y="394558"/>
                  </a:lnTo>
                  <a:lnTo>
                    <a:pt x="39476" y="360351"/>
                  </a:lnTo>
                  <a:lnTo>
                    <a:pt x="18165" y="321090"/>
                  </a:lnTo>
                  <a:lnTo>
                    <a:pt x="4696" y="277707"/>
                  </a:lnTo>
                  <a:lnTo>
                    <a:pt x="0" y="231130"/>
                  </a:lnTo>
                  <a:lnTo>
                    <a:pt x="4696" y="184552"/>
                  </a:lnTo>
                  <a:lnTo>
                    <a:pt x="18165" y="141169"/>
                  </a:lnTo>
                  <a:lnTo>
                    <a:pt x="39476" y="101908"/>
                  </a:lnTo>
                  <a:lnTo>
                    <a:pt x="67701" y="67701"/>
                  </a:lnTo>
                  <a:lnTo>
                    <a:pt x="101908" y="39476"/>
                  </a:lnTo>
                  <a:lnTo>
                    <a:pt x="141169" y="18165"/>
                  </a:lnTo>
                  <a:lnTo>
                    <a:pt x="184552" y="4696"/>
                  </a:lnTo>
                  <a:lnTo>
                    <a:pt x="231130" y="0"/>
                  </a:lnTo>
                  <a:lnTo>
                    <a:pt x="277707" y="4696"/>
                  </a:lnTo>
                  <a:lnTo>
                    <a:pt x="321090" y="18165"/>
                  </a:lnTo>
                  <a:lnTo>
                    <a:pt x="360351" y="39476"/>
                  </a:lnTo>
                  <a:lnTo>
                    <a:pt x="394558" y="67701"/>
                  </a:lnTo>
                  <a:lnTo>
                    <a:pt x="422783" y="101908"/>
                  </a:lnTo>
                  <a:lnTo>
                    <a:pt x="441535" y="136453"/>
                  </a:lnTo>
                  <a:lnTo>
                    <a:pt x="336725" y="136453"/>
                  </a:lnTo>
                  <a:lnTo>
                    <a:pt x="323708" y="138996"/>
                  </a:lnTo>
                  <a:lnTo>
                    <a:pt x="312242" y="146626"/>
                  </a:lnTo>
                  <a:lnTo>
                    <a:pt x="254765" y="204103"/>
                  </a:lnTo>
                  <a:lnTo>
                    <a:pt x="133876" y="204103"/>
                  </a:lnTo>
                  <a:lnTo>
                    <a:pt x="120905" y="206621"/>
                  </a:lnTo>
                  <a:lnTo>
                    <a:pt x="109461" y="214175"/>
                  </a:lnTo>
                  <a:lnTo>
                    <a:pt x="101831" y="225640"/>
                  </a:lnTo>
                  <a:lnTo>
                    <a:pt x="99288" y="238658"/>
                  </a:lnTo>
                  <a:lnTo>
                    <a:pt x="101831" y="251675"/>
                  </a:lnTo>
                  <a:lnTo>
                    <a:pt x="177009" y="330689"/>
                  </a:lnTo>
                  <a:lnTo>
                    <a:pt x="201424" y="340862"/>
                  </a:lnTo>
                  <a:lnTo>
                    <a:pt x="433362" y="340862"/>
                  </a:lnTo>
                  <a:lnTo>
                    <a:pt x="422783" y="360351"/>
                  </a:lnTo>
                  <a:lnTo>
                    <a:pt x="394558" y="394558"/>
                  </a:lnTo>
                  <a:lnTo>
                    <a:pt x="360351" y="422783"/>
                  </a:lnTo>
                  <a:lnTo>
                    <a:pt x="321090" y="444094"/>
                  </a:lnTo>
                  <a:lnTo>
                    <a:pt x="277707" y="457563"/>
                  </a:lnTo>
                  <a:lnTo>
                    <a:pt x="231130" y="462260"/>
                  </a:lnTo>
                  <a:close/>
                </a:path>
                <a:path w="462279" h="462279">
                  <a:moveTo>
                    <a:pt x="433362" y="340862"/>
                  </a:moveTo>
                  <a:lnTo>
                    <a:pt x="201424" y="340862"/>
                  </a:lnTo>
                  <a:lnTo>
                    <a:pt x="208236" y="340188"/>
                  </a:lnTo>
                  <a:lnTo>
                    <a:pt x="214717" y="338217"/>
                  </a:lnTo>
                  <a:lnTo>
                    <a:pt x="361208" y="195456"/>
                  </a:lnTo>
                  <a:lnTo>
                    <a:pt x="371279" y="170990"/>
                  </a:lnTo>
                  <a:lnTo>
                    <a:pt x="368761" y="158013"/>
                  </a:lnTo>
                  <a:lnTo>
                    <a:pt x="361208" y="146626"/>
                  </a:lnTo>
                  <a:lnTo>
                    <a:pt x="349742" y="138996"/>
                  </a:lnTo>
                  <a:lnTo>
                    <a:pt x="336725" y="136453"/>
                  </a:lnTo>
                  <a:lnTo>
                    <a:pt x="441535" y="136453"/>
                  </a:lnTo>
                  <a:lnTo>
                    <a:pt x="444094" y="141169"/>
                  </a:lnTo>
                  <a:lnTo>
                    <a:pt x="457563" y="184552"/>
                  </a:lnTo>
                  <a:lnTo>
                    <a:pt x="462260" y="231130"/>
                  </a:lnTo>
                  <a:lnTo>
                    <a:pt x="457563" y="277707"/>
                  </a:lnTo>
                  <a:lnTo>
                    <a:pt x="444094" y="321090"/>
                  </a:lnTo>
                  <a:lnTo>
                    <a:pt x="433362" y="340862"/>
                  </a:lnTo>
                  <a:close/>
                </a:path>
                <a:path w="462279" h="462279">
                  <a:moveTo>
                    <a:pt x="201424" y="257444"/>
                  </a:moveTo>
                  <a:lnTo>
                    <a:pt x="158291" y="214175"/>
                  </a:lnTo>
                  <a:lnTo>
                    <a:pt x="146846" y="206621"/>
                  </a:lnTo>
                  <a:lnTo>
                    <a:pt x="133876" y="204103"/>
                  </a:lnTo>
                  <a:lnTo>
                    <a:pt x="254765" y="204103"/>
                  </a:lnTo>
                  <a:lnTo>
                    <a:pt x="201424" y="257444"/>
                  </a:lnTo>
                  <a:close/>
                </a:path>
              </a:pathLst>
            </a:custGeom>
            <a:solidFill>
              <a:srgbClr val="4B48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781007" y="4098467"/>
              <a:ext cx="272415" cy="204470"/>
            </a:xfrm>
            <a:custGeom>
              <a:avLst/>
              <a:gdLst/>
              <a:ahLst/>
              <a:cxnLst/>
              <a:rect l="l" t="t" r="r" b="b"/>
              <a:pathLst>
                <a:path w="272415" h="204470">
                  <a:moveTo>
                    <a:pt x="102136" y="204409"/>
                  </a:moveTo>
                  <a:lnTo>
                    <a:pt x="10172" y="126687"/>
                  </a:lnTo>
                  <a:lnTo>
                    <a:pt x="0" y="102204"/>
                  </a:lnTo>
                  <a:lnTo>
                    <a:pt x="2543" y="89187"/>
                  </a:lnTo>
                  <a:lnTo>
                    <a:pt x="10172" y="77721"/>
                  </a:lnTo>
                  <a:lnTo>
                    <a:pt x="21617" y="70168"/>
                  </a:lnTo>
                  <a:lnTo>
                    <a:pt x="34588" y="67650"/>
                  </a:lnTo>
                  <a:lnTo>
                    <a:pt x="47558" y="70168"/>
                  </a:lnTo>
                  <a:lnTo>
                    <a:pt x="59003" y="77721"/>
                  </a:lnTo>
                  <a:lnTo>
                    <a:pt x="102136" y="120990"/>
                  </a:lnTo>
                  <a:lnTo>
                    <a:pt x="212954" y="10172"/>
                  </a:lnTo>
                  <a:lnTo>
                    <a:pt x="224420" y="2543"/>
                  </a:lnTo>
                  <a:lnTo>
                    <a:pt x="237437" y="0"/>
                  </a:lnTo>
                  <a:lnTo>
                    <a:pt x="250454" y="2543"/>
                  </a:lnTo>
                  <a:lnTo>
                    <a:pt x="261920" y="10172"/>
                  </a:lnTo>
                  <a:lnTo>
                    <a:pt x="269473" y="21560"/>
                  </a:lnTo>
                  <a:lnTo>
                    <a:pt x="271991" y="34537"/>
                  </a:lnTo>
                  <a:lnTo>
                    <a:pt x="269473" y="47539"/>
                  </a:lnTo>
                  <a:lnTo>
                    <a:pt x="126687" y="194236"/>
                  </a:lnTo>
                  <a:lnTo>
                    <a:pt x="108948" y="203735"/>
                  </a:lnTo>
                  <a:lnTo>
                    <a:pt x="102136" y="2044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8609190" y="4624628"/>
            <a:ext cx="7767955" cy="0"/>
          </a:xfrm>
          <a:custGeom>
            <a:avLst/>
            <a:gdLst/>
            <a:ahLst/>
            <a:cxnLst/>
            <a:rect l="l" t="t" r="r" b="b"/>
            <a:pathLst>
              <a:path w="7767955" h="0">
                <a:moveTo>
                  <a:pt x="0" y="0"/>
                </a:moveTo>
                <a:lnTo>
                  <a:pt x="7767682" y="0"/>
                </a:lnTo>
              </a:path>
            </a:pathLst>
          </a:custGeom>
          <a:ln w="38099">
            <a:solidFill>
              <a:srgbClr val="D9DAD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8681718" y="4862753"/>
            <a:ext cx="462280" cy="462280"/>
            <a:chOff x="8681718" y="4862753"/>
            <a:chExt cx="462280" cy="462280"/>
          </a:xfrm>
        </p:grpSpPr>
        <p:sp>
          <p:nvSpPr>
            <p:cNvPr id="9" name="object 9"/>
            <p:cNvSpPr/>
            <p:nvPr/>
          </p:nvSpPr>
          <p:spPr>
            <a:xfrm>
              <a:off x="8681718" y="4862753"/>
              <a:ext cx="462280" cy="462280"/>
            </a:xfrm>
            <a:custGeom>
              <a:avLst/>
              <a:gdLst/>
              <a:ahLst/>
              <a:cxnLst/>
              <a:rect l="l" t="t" r="r" b="b"/>
              <a:pathLst>
                <a:path w="462279" h="462279">
                  <a:moveTo>
                    <a:pt x="231130" y="462260"/>
                  </a:moveTo>
                  <a:lnTo>
                    <a:pt x="184552" y="457563"/>
                  </a:lnTo>
                  <a:lnTo>
                    <a:pt x="141169" y="444094"/>
                  </a:lnTo>
                  <a:lnTo>
                    <a:pt x="101908" y="422783"/>
                  </a:lnTo>
                  <a:lnTo>
                    <a:pt x="67701" y="394558"/>
                  </a:lnTo>
                  <a:lnTo>
                    <a:pt x="39476" y="360351"/>
                  </a:lnTo>
                  <a:lnTo>
                    <a:pt x="18165" y="321090"/>
                  </a:lnTo>
                  <a:lnTo>
                    <a:pt x="4696" y="277707"/>
                  </a:lnTo>
                  <a:lnTo>
                    <a:pt x="0" y="231130"/>
                  </a:lnTo>
                  <a:lnTo>
                    <a:pt x="4696" y="184552"/>
                  </a:lnTo>
                  <a:lnTo>
                    <a:pt x="18165" y="141169"/>
                  </a:lnTo>
                  <a:lnTo>
                    <a:pt x="39476" y="101908"/>
                  </a:lnTo>
                  <a:lnTo>
                    <a:pt x="67701" y="67701"/>
                  </a:lnTo>
                  <a:lnTo>
                    <a:pt x="101908" y="39476"/>
                  </a:lnTo>
                  <a:lnTo>
                    <a:pt x="141169" y="18165"/>
                  </a:lnTo>
                  <a:lnTo>
                    <a:pt x="184552" y="4696"/>
                  </a:lnTo>
                  <a:lnTo>
                    <a:pt x="231130" y="0"/>
                  </a:lnTo>
                  <a:lnTo>
                    <a:pt x="277707" y="4696"/>
                  </a:lnTo>
                  <a:lnTo>
                    <a:pt x="321090" y="18165"/>
                  </a:lnTo>
                  <a:lnTo>
                    <a:pt x="360351" y="39476"/>
                  </a:lnTo>
                  <a:lnTo>
                    <a:pt x="394558" y="67701"/>
                  </a:lnTo>
                  <a:lnTo>
                    <a:pt x="422783" y="101908"/>
                  </a:lnTo>
                  <a:lnTo>
                    <a:pt x="441535" y="136453"/>
                  </a:lnTo>
                  <a:lnTo>
                    <a:pt x="336725" y="136453"/>
                  </a:lnTo>
                  <a:lnTo>
                    <a:pt x="323708" y="138996"/>
                  </a:lnTo>
                  <a:lnTo>
                    <a:pt x="312242" y="146626"/>
                  </a:lnTo>
                  <a:lnTo>
                    <a:pt x="254765" y="204103"/>
                  </a:lnTo>
                  <a:lnTo>
                    <a:pt x="133876" y="204103"/>
                  </a:lnTo>
                  <a:lnTo>
                    <a:pt x="120905" y="206621"/>
                  </a:lnTo>
                  <a:lnTo>
                    <a:pt x="109461" y="214175"/>
                  </a:lnTo>
                  <a:lnTo>
                    <a:pt x="101831" y="225640"/>
                  </a:lnTo>
                  <a:lnTo>
                    <a:pt x="99288" y="238658"/>
                  </a:lnTo>
                  <a:lnTo>
                    <a:pt x="101831" y="251675"/>
                  </a:lnTo>
                  <a:lnTo>
                    <a:pt x="177009" y="330689"/>
                  </a:lnTo>
                  <a:lnTo>
                    <a:pt x="201424" y="340862"/>
                  </a:lnTo>
                  <a:lnTo>
                    <a:pt x="433362" y="340862"/>
                  </a:lnTo>
                  <a:lnTo>
                    <a:pt x="422783" y="360351"/>
                  </a:lnTo>
                  <a:lnTo>
                    <a:pt x="394558" y="394558"/>
                  </a:lnTo>
                  <a:lnTo>
                    <a:pt x="360351" y="422783"/>
                  </a:lnTo>
                  <a:lnTo>
                    <a:pt x="321090" y="444094"/>
                  </a:lnTo>
                  <a:lnTo>
                    <a:pt x="277707" y="457563"/>
                  </a:lnTo>
                  <a:lnTo>
                    <a:pt x="231130" y="462260"/>
                  </a:lnTo>
                  <a:close/>
                </a:path>
                <a:path w="462279" h="462279">
                  <a:moveTo>
                    <a:pt x="433362" y="340862"/>
                  </a:moveTo>
                  <a:lnTo>
                    <a:pt x="201424" y="340862"/>
                  </a:lnTo>
                  <a:lnTo>
                    <a:pt x="208236" y="340188"/>
                  </a:lnTo>
                  <a:lnTo>
                    <a:pt x="214717" y="338217"/>
                  </a:lnTo>
                  <a:lnTo>
                    <a:pt x="361208" y="195456"/>
                  </a:lnTo>
                  <a:lnTo>
                    <a:pt x="371279" y="170990"/>
                  </a:lnTo>
                  <a:lnTo>
                    <a:pt x="368761" y="158013"/>
                  </a:lnTo>
                  <a:lnTo>
                    <a:pt x="361208" y="146626"/>
                  </a:lnTo>
                  <a:lnTo>
                    <a:pt x="349742" y="138996"/>
                  </a:lnTo>
                  <a:lnTo>
                    <a:pt x="336725" y="136453"/>
                  </a:lnTo>
                  <a:lnTo>
                    <a:pt x="441535" y="136453"/>
                  </a:lnTo>
                  <a:lnTo>
                    <a:pt x="444094" y="141169"/>
                  </a:lnTo>
                  <a:lnTo>
                    <a:pt x="457563" y="184552"/>
                  </a:lnTo>
                  <a:lnTo>
                    <a:pt x="462260" y="231130"/>
                  </a:lnTo>
                  <a:lnTo>
                    <a:pt x="457563" y="277707"/>
                  </a:lnTo>
                  <a:lnTo>
                    <a:pt x="444094" y="321090"/>
                  </a:lnTo>
                  <a:lnTo>
                    <a:pt x="433362" y="340862"/>
                  </a:lnTo>
                  <a:close/>
                </a:path>
                <a:path w="462279" h="462279">
                  <a:moveTo>
                    <a:pt x="201424" y="257444"/>
                  </a:moveTo>
                  <a:lnTo>
                    <a:pt x="158291" y="214175"/>
                  </a:lnTo>
                  <a:lnTo>
                    <a:pt x="146846" y="206621"/>
                  </a:lnTo>
                  <a:lnTo>
                    <a:pt x="133876" y="204103"/>
                  </a:lnTo>
                  <a:lnTo>
                    <a:pt x="254765" y="204103"/>
                  </a:lnTo>
                  <a:lnTo>
                    <a:pt x="201424" y="257444"/>
                  </a:lnTo>
                  <a:close/>
                </a:path>
              </a:pathLst>
            </a:custGeom>
            <a:solidFill>
              <a:srgbClr val="4B48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781007" y="4999207"/>
              <a:ext cx="272415" cy="204470"/>
            </a:xfrm>
            <a:custGeom>
              <a:avLst/>
              <a:gdLst/>
              <a:ahLst/>
              <a:cxnLst/>
              <a:rect l="l" t="t" r="r" b="b"/>
              <a:pathLst>
                <a:path w="272415" h="204470">
                  <a:moveTo>
                    <a:pt x="102136" y="204409"/>
                  </a:moveTo>
                  <a:lnTo>
                    <a:pt x="10172" y="126687"/>
                  </a:lnTo>
                  <a:lnTo>
                    <a:pt x="0" y="102204"/>
                  </a:lnTo>
                  <a:lnTo>
                    <a:pt x="2543" y="89187"/>
                  </a:lnTo>
                  <a:lnTo>
                    <a:pt x="10172" y="77721"/>
                  </a:lnTo>
                  <a:lnTo>
                    <a:pt x="21617" y="70168"/>
                  </a:lnTo>
                  <a:lnTo>
                    <a:pt x="34588" y="67650"/>
                  </a:lnTo>
                  <a:lnTo>
                    <a:pt x="47558" y="70168"/>
                  </a:lnTo>
                  <a:lnTo>
                    <a:pt x="59003" y="77721"/>
                  </a:lnTo>
                  <a:lnTo>
                    <a:pt x="102136" y="120990"/>
                  </a:lnTo>
                  <a:lnTo>
                    <a:pt x="212954" y="10172"/>
                  </a:lnTo>
                  <a:lnTo>
                    <a:pt x="224420" y="2543"/>
                  </a:lnTo>
                  <a:lnTo>
                    <a:pt x="237437" y="0"/>
                  </a:lnTo>
                  <a:lnTo>
                    <a:pt x="250454" y="2543"/>
                  </a:lnTo>
                  <a:lnTo>
                    <a:pt x="261920" y="10172"/>
                  </a:lnTo>
                  <a:lnTo>
                    <a:pt x="269473" y="21560"/>
                  </a:lnTo>
                  <a:lnTo>
                    <a:pt x="271991" y="34537"/>
                  </a:lnTo>
                  <a:lnTo>
                    <a:pt x="269473" y="47539"/>
                  </a:lnTo>
                  <a:lnTo>
                    <a:pt x="126687" y="194236"/>
                  </a:lnTo>
                  <a:lnTo>
                    <a:pt x="108948" y="203735"/>
                  </a:lnTo>
                  <a:lnTo>
                    <a:pt x="102136" y="2044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8609190" y="5544108"/>
            <a:ext cx="7767955" cy="0"/>
          </a:xfrm>
          <a:custGeom>
            <a:avLst/>
            <a:gdLst/>
            <a:ahLst/>
            <a:cxnLst/>
            <a:rect l="l" t="t" r="r" b="b"/>
            <a:pathLst>
              <a:path w="7767955" h="0">
                <a:moveTo>
                  <a:pt x="0" y="0"/>
                </a:moveTo>
                <a:lnTo>
                  <a:pt x="7767682" y="0"/>
                </a:lnTo>
              </a:path>
            </a:pathLst>
          </a:custGeom>
          <a:ln w="38099">
            <a:solidFill>
              <a:srgbClr val="D9DAD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8681718" y="5772708"/>
            <a:ext cx="462280" cy="462280"/>
            <a:chOff x="8681718" y="5772708"/>
            <a:chExt cx="462280" cy="462280"/>
          </a:xfrm>
        </p:grpSpPr>
        <p:sp>
          <p:nvSpPr>
            <p:cNvPr id="19" name="object 19"/>
            <p:cNvSpPr/>
            <p:nvPr/>
          </p:nvSpPr>
          <p:spPr>
            <a:xfrm>
              <a:off x="8681718" y="5772708"/>
              <a:ext cx="462280" cy="462280"/>
            </a:xfrm>
            <a:custGeom>
              <a:avLst/>
              <a:gdLst/>
              <a:ahLst/>
              <a:cxnLst/>
              <a:rect l="l" t="t" r="r" b="b"/>
              <a:pathLst>
                <a:path w="462279" h="462279">
                  <a:moveTo>
                    <a:pt x="231130" y="462260"/>
                  </a:moveTo>
                  <a:lnTo>
                    <a:pt x="184552" y="457563"/>
                  </a:lnTo>
                  <a:lnTo>
                    <a:pt x="141169" y="444094"/>
                  </a:lnTo>
                  <a:lnTo>
                    <a:pt x="101908" y="422783"/>
                  </a:lnTo>
                  <a:lnTo>
                    <a:pt x="67701" y="394558"/>
                  </a:lnTo>
                  <a:lnTo>
                    <a:pt x="39476" y="360351"/>
                  </a:lnTo>
                  <a:lnTo>
                    <a:pt x="18165" y="321090"/>
                  </a:lnTo>
                  <a:lnTo>
                    <a:pt x="4696" y="277707"/>
                  </a:lnTo>
                  <a:lnTo>
                    <a:pt x="0" y="231130"/>
                  </a:lnTo>
                  <a:lnTo>
                    <a:pt x="4696" y="184552"/>
                  </a:lnTo>
                  <a:lnTo>
                    <a:pt x="18165" y="141169"/>
                  </a:lnTo>
                  <a:lnTo>
                    <a:pt x="39476" y="101908"/>
                  </a:lnTo>
                  <a:lnTo>
                    <a:pt x="67701" y="67701"/>
                  </a:lnTo>
                  <a:lnTo>
                    <a:pt x="101908" y="39476"/>
                  </a:lnTo>
                  <a:lnTo>
                    <a:pt x="141169" y="18165"/>
                  </a:lnTo>
                  <a:lnTo>
                    <a:pt x="184552" y="4696"/>
                  </a:lnTo>
                  <a:lnTo>
                    <a:pt x="231130" y="0"/>
                  </a:lnTo>
                  <a:lnTo>
                    <a:pt x="277707" y="4696"/>
                  </a:lnTo>
                  <a:lnTo>
                    <a:pt x="321090" y="18165"/>
                  </a:lnTo>
                  <a:lnTo>
                    <a:pt x="360351" y="39476"/>
                  </a:lnTo>
                  <a:lnTo>
                    <a:pt x="394558" y="67701"/>
                  </a:lnTo>
                  <a:lnTo>
                    <a:pt x="422783" y="101908"/>
                  </a:lnTo>
                  <a:lnTo>
                    <a:pt x="441535" y="136453"/>
                  </a:lnTo>
                  <a:lnTo>
                    <a:pt x="336725" y="136453"/>
                  </a:lnTo>
                  <a:lnTo>
                    <a:pt x="323708" y="138996"/>
                  </a:lnTo>
                  <a:lnTo>
                    <a:pt x="312242" y="146626"/>
                  </a:lnTo>
                  <a:lnTo>
                    <a:pt x="254765" y="204103"/>
                  </a:lnTo>
                  <a:lnTo>
                    <a:pt x="133876" y="204103"/>
                  </a:lnTo>
                  <a:lnTo>
                    <a:pt x="120905" y="206621"/>
                  </a:lnTo>
                  <a:lnTo>
                    <a:pt x="109461" y="214175"/>
                  </a:lnTo>
                  <a:lnTo>
                    <a:pt x="101831" y="225640"/>
                  </a:lnTo>
                  <a:lnTo>
                    <a:pt x="99288" y="238658"/>
                  </a:lnTo>
                  <a:lnTo>
                    <a:pt x="101831" y="251675"/>
                  </a:lnTo>
                  <a:lnTo>
                    <a:pt x="177009" y="330689"/>
                  </a:lnTo>
                  <a:lnTo>
                    <a:pt x="201424" y="340862"/>
                  </a:lnTo>
                  <a:lnTo>
                    <a:pt x="433362" y="340862"/>
                  </a:lnTo>
                  <a:lnTo>
                    <a:pt x="422783" y="360351"/>
                  </a:lnTo>
                  <a:lnTo>
                    <a:pt x="394558" y="394558"/>
                  </a:lnTo>
                  <a:lnTo>
                    <a:pt x="360351" y="422783"/>
                  </a:lnTo>
                  <a:lnTo>
                    <a:pt x="321090" y="444094"/>
                  </a:lnTo>
                  <a:lnTo>
                    <a:pt x="277707" y="457563"/>
                  </a:lnTo>
                  <a:lnTo>
                    <a:pt x="231130" y="462260"/>
                  </a:lnTo>
                  <a:close/>
                </a:path>
                <a:path w="462279" h="462279">
                  <a:moveTo>
                    <a:pt x="433362" y="340862"/>
                  </a:moveTo>
                  <a:lnTo>
                    <a:pt x="201424" y="340862"/>
                  </a:lnTo>
                  <a:lnTo>
                    <a:pt x="208236" y="340188"/>
                  </a:lnTo>
                  <a:lnTo>
                    <a:pt x="214717" y="338217"/>
                  </a:lnTo>
                  <a:lnTo>
                    <a:pt x="361208" y="195456"/>
                  </a:lnTo>
                  <a:lnTo>
                    <a:pt x="371279" y="170990"/>
                  </a:lnTo>
                  <a:lnTo>
                    <a:pt x="368761" y="158013"/>
                  </a:lnTo>
                  <a:lnTo>
                    <a:pt x="361208" y="146626"/>
                  </a:lnTo>
                  <a:lnTo>
                    <a:pt x="349742" y="138996"/>
                  </a:lnTo>
                  <a:lnTo>
                    <a:pt x="336725" y="136453"/>
                  </a:lnTo>
                  <a:lnTo>
                    <a:pt x="441535" y="136453"/>
                  </a:lnTo>
                  <a:lnTo>
                    <a:pt x="444094" y="141169"/>
                  </a:lnTo>
                  <a:lnTo>
                    <a:pt x="457563" y="184552"/>
                  </a:lnTo>
                  <a:lnTo>
                    <a:pt x="462260" y="231130"/>
                  </a:lnTo>
                  <a:lnTo>
                    <a:pt x="457563" y="277707"/>
                  </a:lnTo>
                  <a:lnTo>
                    <a:pt x="444094" y="321090"/>
                  </a:lnTo>
                  <a:lnTo>
                    <a:pt x="433362" y="340862"/>
                  </a:lnTo>
                  <a:close/>
                </a:path>
                <a:path w="462279" h="462279">
                  <a:moveTo>
                    <a:pt x="201424" y="257444"/>
                  </a:moveTo>
                  <a:lnTo>
                    <a:pt x="158291" y="214175"/>
                  </a:lnTo>
                  <a:lnTo>
                    <a:pt x="146846" y="206621"/>
                  </a:lnTo>
                  <a:lnTo>
                    <a:pt x="133876" y="204103"/>
                  </a:lnTo>
                  <a:lnTo>
                    <a:pt x="254765" y="204103"/>
                  </a:lnTo>
                  <a:lnTo>
                    <a:pt x="201424" y="257444"/>
                  </a:lnTo>
                  <a:close/>
                </a:path>
              </a:pathLst>
            </a:custGeom>
            <a:solidFill>
              <a:srgbClr val="4B48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781007" y="5909162"/>
              <a:ext cx="272415" cy="204470"/>
            </a:xfrm>
            <a:custGeom>
              <a:avLst/>
              <a:gdLst/>
              <a:ahLst/>
              <a:cxnLst/>
              <a:rect l="l" t="t" r="r" b="b"/>
              <a:pathLst>
                <a:path w="272415" h="204470">
                  <a:moveTo>
                    <a:pt x="102136" y="204409"/>
                  </a:moveTo>
                  <a:lnTo>
                    <a:pt x="10172" y="126687"/>
                  </a:lnTo>
                  <a:lnTo>
                    <a:pt x="0" y="102204"/>
                  </a:lnTo>
                  <a:lnTo>
                    <a:pt x="2543" y="89187"/>
                  </a:lnTo>
                  <a:lnTo>
                    <a:pt x="10172" y="77721"/>
                  </a:lnTo>
                  <a:lnTo>
                    <a:pt x="21617" y="70168"/>
                  </a:lnTo>
                  <a:lnTo>
                    <a:pt x="34588" y="67650"/>
                  </a:lnTo>
                  <a:lnTo>
                    <a:pt x="47558" y="70168"/>
                  </a:lnTo>
                  <a:lnTo>
                    <a:pt x="59003" y="77721"/>
                  </a:lnTo>
                  <a:lnTo>
                    <a:pt x="102136" y="120990"/>
                  </a:lnTo>
                  <a:lnTo>
                    <a:pt x="212954" y="10172"/>
                  </a:lnTo>
                  <a:lnTo>
                    <a:pt x="224420" y="2543"/>
                  </a:lnTo>
                  <a:lnTo>
                    <a:pt x="237437" y="0"/>
                  </a:lnTo>
                  <a:lnTo>
                    <a:pt x="250454" y="2543"/>
                  </a:lnTo>
                  <a:lnTo>
                    <a:pt x="261920" y="10172"/>
                  </a:lnTo>
                  <a:lnTo>
                    <a:pt x="269473" y="21560"/>
                  </a:lnTo>
                  <a:lnTo>
                    <a:pt x="271991" y="34537"/>
                  </a:lnTo>
                  <a:lnTo>
                    <a:pt x="269473" y="47539"/>
                  </a:lnTo>
                  <a:lnTo>
                    <a:pt x="126687" y="194236"/>
                  </a:lnTo>
                  <a:lnTo>
                    <a:pt x="108948" y="203735"/>
                  </a:lnTo>
                  <a:lnTo>
                    <a:pt x="102136" y="2044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8609190" y="6463588"/>
            <a:ext cx="7767955" cy="0"/>
          </a:xfrm>
          <a:custGeom>
            <a:avLst/>
            <a:gdLst/>
            <a:ahLst/>
            <a:cxnLst/>
            <a:rect l="l" t="t" r="r" b="b"/>
            <a:pathLst>
              <a:path w="7767955" h="0">
                <a:moveTo>
                  <a:pt x="0" y="0"/>
                </a:moveTo>
                <a:lnTo>
                  <a:pt x="7767682" y="0"/>
                </a:lnTo>
              </a:path>
            </a:pathLst>
          </a:custGeom>
          <a:ln w="38099">
            <a:solidFill>
              <a:srgbClr val="D9DAD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1" name="object 21"/>
          <p:cNvGrpSpPr/>
          <p:nvPr/>
        </p:nvGrpSpPr>
        <p:grpSpPr>
          <a:xfrm>
            <a:off x="8681718" y="6682662"/>
            <a:ext cx="462280" cy="462280"/>
            <a:chOff x="8681718" y="6682662"/>
            <a:chExt cx="462280" cy="462280"/>
          </a:xfrm>
        </p:grpSpPr>
        <p:sp>
          <p:nvSpPr>
            <p:cNvPr id="22" name="object 22"/>
            <p:cNvSpPr/>
            <p:nvPr/>
          </p:nvSpPr>
          <p:spPr>
            <a:xfrm>
              <a:off x="8681718" y="6682662"/>
              <a:ext cx="462280" cy="462280"/>
            </a:xfrm>
            <a:custGeom>
              <a:avLst/>
              <a:gdLst/>
              <a:ahLst/>
              <a:cxnLst/>
              <a:rect l="l" t="t" r="r" b="b"/>
              <a:pathLst>
                <a:path w="462279" h="462279">
                  <a:moveTo>
                    <a:pt x="231130" y="462260"/>
                  </a:moveTo>
                  <a:lnTo>
                    <a:pt x="184552" y="457563"/>
                  </a:lnTo>
                  <a:lnTo>
                    <a:pt x="141169" y="444094"/>
                  </a:lnTo>
                  <a:lnTo>
                    <a:pt x="101908" y="422783"/>
                  </a:lnTo>
                  <a:lnTo>
                    <a:pt x="67701" y="394558"/>
                  </a:lnTo>
                  <a:lnTo>
                    <a:pt x="39476" y="360351"/>
                  </a:lnTo>
                  <a:lnTo>
                    <a:pt x="18165" y="321090"/>
                  </a:lnTo>
                  <a:lnTo>
                    <a:pt x="4696" y="277707"/>
                  </a:lnTo>
                  <a:lnTo>
                    <a:pt x="0" y="231130"/>
                  </a:lnTo>
                  <a:lnTo>
                    <a:pt x="4696" y="184552"/>
                  </a:lnTo>
                  <a:lnTo>
                    <a:pt x="18165" y="141169"/>
                  </a:lnTo>
                  <a:lnTo>
                    <a:pt x="39476" y="101908"/>
                  </a:lnTo>
                  <a:lnTo>
                    <a:pt x="67701" y="67701"/>
                  </a:lnTo>
                  <a:lnTo>
                    <a:pt x="101908" y="39476"/>
                  </a:lnTo>
                  <a:lnTo>
                    <a:pt x="141169" y="18165"/>
                  </a:lnTo>
                  <a:lnTo>
                    <a:pt x="184552" y="4696"/>
                  </a:lnTo>
                  <a:lnTo>
                    <a:pt x="231130" y="0"/>
                  </a:lnTo>
                  <a:lnTo>
                    <a:pt x="277707" y="4696"/>
                  </a:lnTo>
                  <a:lnTo>
                    <a:pt x="321090" y="18165"/>
                  </a:lnTo>
                  <a:lnTo>
                    <a:pt x="360351" y="39476"/>
                  </a:lnTo>
                  <a:lnTo>
                    <a:pt x="394558" y="67701"/>
                  </a:lnTo>
                  <a:lnTo>
                    <a:pt x="422783" y="101908"/>
                  </a:lnTo>
                  <a:lnTo>
                    <a:pt x="441535" y="136453"/>
                  </a:lnTo>
                  <a:lnTo>
                    <a:pt x="336725" y="136453"/>
                  </a:lnTo>
                  <a:lnTo>
                    <a:pt x="323708" y="138996"/>
                  </a:lnTo>
                  <a:lnTo>
                    <a:pt x="312242" y="146626"/>
                  </a:lnTo>
                  <a:lnTo>
                    <a:pt x="254765" y="204103"/>
                  </a:lnTo>
                  <a:lnTo>
                    <a:pt x="133876" y="204103"/>
                  </a:lnTo>
                  <a:lnTo>
                    <a:pt x="120905" y="206621"/>
                  </a:lnTo>
                  <a:lnTo>
                    <a:pt x="109461" y="214175"/>
                  </a:lnTo>
                  <a:lnTo>
                    <a:pt x="101831" y="225640"/>
                  </a:lnTo>
                  <a:lnTo>
                    <a:pt x="99288" y="238658"/>
                  </a:lnTo>
                  <a:lnTo>
                    <a:pt x="101831" y="251675"/>
                  </a:lnTo>
                  <a:lnTo>
                    <a:pt x="177009" y="330689"/>
                  </a:lnTo>
                  <a:lnTo>
                    <a:pt x="201424" y="340862"/>
                  </a:lnTo>
                  <a:lnTo>
                    <a:pt x="433362" y="340862"/>
                  </a:lnTo>
                  <a:lnTo>
                    <a:pt x="422783" y="360351"/>
                  </a:lnTo>
                  <a:lnTo>
                    <a:pt x="394558" y="394558"/>
                  </a:lnTo>
                  <a:lnTo>
                    <a:pt x="360351" y="422783"/>
                  </a:lnTo>
                  <a:lnTo>
                    <a:pt x="321090" y="444094"/>
                  </a:lnTo>
                  <a:lnTo>
                    <a:pt x="277707" y="457563"/>
                  </a:lnTo>
                  <a:lnTo>
                    <a:pt x="231130" y="462260"/>
                  </a:lnTo>
                  <a:close/>
                </a:path>
                <a:path w="462279" h="462279">
                  <a:moveTo>
                    <a:pt x="433362" y="340862"/>
                  </a:moveTo>
                  <a:lnTo>
                    <a:pt x="201424" y="340862"/>
                  </a:lnTo>
                  <a:lnTo>
                    <a:pt x="208236" y="340188"/>
                  </a:lnTo>
                  <a:lnTo>
                    <a:pt x="214717" y="338217"/>
                  </a:lnTo>
                  <a:lnTo>
                    <a:pt x="361208" y="195456"/>
                  </a:lnTo>
                  <a:lnTo>
                    <a:pt x="371279" y="170990"/>
                  </a:lnTo>
                  <a:lnTo>
                    <a:pt x="368761" y="158013"/>
                  </a:lnTo>
                  <a:lnTo>
                    <a:pt x="361208" y="146626"/>
                  </a:lnTo>
                  <a:lnTo>
                    <a:pt x="349742" y="138996"/>
                  </a:lnTo>
                  <a:lnTo>
                    <a:pt x="336725" y="136453"/>
                  </a:lnTo>
                  <a:lnTo>
                    <a:pt x="441535" y="136453"/>
                  </a:lnTo>
                  <a:lnTo>
                    <a:pt x="444094" y="141169"/>
                  </a:lnTo>
                  <a:lnTo>
                    <a:pt x="457563" y="184552"/>
                  </a:lnTo>
                  <a:lnTo>
                    <a:pt x="462260" y="231130"/>
                  </a:lnTo>
                  <a:lnTo>
                    <a:pt x="457563" y="277707"/>
                  </a:lnTo>
                  <a:lnTo>
                    <a:pt x="444094" y="321090"/>
                  </a:lnTo>
                  <a:lnTo>
                    <a:pt x="433362" y="340862"/>
                  </a:lnTo>
                  <a:close/>
                </a:path>
                <a:path w="462279" h="462279">
                  <a:moveTo>
                    <a:pt x="201424" y="257444"/>
                  </a:moveTo>
                  <a:lnTo>
                    <a:pt x="158291" y="214175"/>
                  </a:lnTo>
                  <a:lnTo>
                    <a:pt x="146846" y="206621"/>
                  </a:lnTo>
                  <a:lnTo>
                    <a:pt x="133876" y="204103"/>
                  </a:lnTo>
                  <a:lnTo>
                    <a:pt x="254765" y="204103"/>
                  </a:lnTo>
                  <a:lnTo>
                    <a:pt x="201424" y="257444"/>
                  </a:lnTo>
                  <a:close/>
                </a:path>
              </a:pathLst>
            </a:custGeom>
            <a:solidFill>
              <a:srgbClr val="4B48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781007" y="6819116"/>
              <a:ext cx="272415" cy="204470"/>
            </a:xfrm>
            <a:custGeom>
              <a:avLst/>
              <a:gdLst/>
              <a:ahLst/>
              <a:cxnLst/>
              <a:rect l="l" t="t" r="r" b="b"/>
              <a:pathLst>
                <a:path w="272415" h="204470">
                  <a:moveTo>
                    <a:pt x="102136" y="204409"/>
                  </a:moveTo>
                  <a:lnTo>
                    <a:pt x="10172" y="126687"/>
                  </a:lnTo>
                  <a:lnTo>
                    <a:pt x="0" y="102204"/>
                  </a:lnTo>
                  <a:lnTo>
                    <a:pt x="2543" y="89187"/>
                  </a:lnTo>
                  <a:lnTo>
                    <a:pt x="10172" y="77721"/>
                  </a:lnTo>
                  <a:lnTo>
                    <a:pt x="21617" y="70168"/>
                  </a:lnTo>
                  <a:lnTo>
                    <a:pt x="34588" y="67650"/>
                  </a:lnTo>
                  <a:lnTo>
                    <a:pt x="47558" y="70168"/>
                  </a:lnTo>
                  <a:lnTo>
                    <a:pt x="59003" y="77721"/>
                  </a:lnTo>
                  <a:lnTo>
                    <a:pt x="102136" y="120990"/>
                  </a:lnTo>
                  <a:lnTo>
                    <a:pt x="212954" y="10172"/>
                  </a:lnTo>
                  <a:lnTo>
                    <a:pt x="224420" y="2543"/>
                  </a:lnTo>
                  <a:lnTo>
                    <a:pt x="237437" y="0"/>
                  </a:lnTo>
                  <a:lnTo>
                    <a:pt x="250454" y="2543"/>
                  </a:lnTo>
                  <a:lnTo>
                    <a:pt x="261920" y="10172"/>
                  </a:lnTo>
                  <a:lnTo>
                    <a:pt x="269473" y="21560"/>
                  </a:lnTo>
                  <a:lnTo>
                    <a:pt x="271991" y="34537"/>
                  </a:lnTo>
                  <a:lnTo>
                    <a:pt x="269473" y="47539"/>
                  </a:lnTo>
                  <a:lnTo>
                    <a:pt x="126687" y="194236"/>
                  </a:lnTo>
                  <a:lnTo>
                    <a:pt x="108948" y="203735"/>
                  </a:lnTo>
                  <a:lnTo>
                    <a:pt x="102136" y="2044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FullStack:</a:t>
            </a:r>
            <a:r>
              <a:rPr dirty="0" spc="-125"/>
              <a:t> </a:t>
            </a:r>
            <a:r>
              <a:rPr dirty="0" spc="95"/>
              <a:t>Frontend</a:t>
            </a:r>
            <a:r>
              <a:rPr dirty="0" spc="-120"/>
              <a:t> </a:t>
            </a:r>
            <a:r>
              <a:rPr dirty="0" spc="-40"/>
              <a:t>(React)</a:t>
            </a:r>
            <a:r>
              <a:rPr dirty="0" spc="-120"/>
              <a:t> </a:t>
            </a:r>
            <a:r>
              <a:rPr dirty="0" spc="-450"/>
              <a:t>+</a:t>
            </a:r>
            <a:r>
              <a:rPr dirty="0" spc="-120"/>
              <a:t> </a:t>
            </a:r>
            <a:r>
              <a:rPr dirty="0" spc="95"/>
              <a:t>Backend</a:t>
            </a:r>
            <a:r>
              <a:rPr dirty="0" spc="-120"/>
              <a:t> </a:t>
            </a:r>
            <a:r>
              <a:rPr dirty="0" spc="-10"/>
              <a:t>(Node.js)</a:t>
            </a:r>
          </a:p>
          <a:p>
            <a:pPr marL="12700" marR="193040">
              <a:lnSpc>
                <a:spcPct val="211000"/>
              </a:lnSpc>
              <a:spcBef>
                <a:spcPts val="5"/>
              </a:spcBef>
            </a:pPr>
            <a:r>
              <a:rPr dirty="0" spc="90"/>
              <a:t>Base</a:t>
            </a:r>
            <a:r>
              <a:rPr dirty="0" spc="-135"/>
              <a:t> </a:t>
            </a:r>
            <a:r>
              <a:rPr dirty="0" spc="114"/>
              <a:t>de</a:t>
            </a:r>
            <a:r>
              <a:rPr dirty="0" spc="-130"/>
              <a:t> </a:t>
            </a:r>
            <a:r>
              <a:rPr dirty="0" spc="90"/>
              <a:t>Datos</a:t>
            </a:r>
            <a:r>
              <a:rPr dirty="0" spc="-130"/>
              <a:t> </a:t>
            </a:r>
            <a:r>
              <a:rPr dirty="0" spc="65"/>
              <a:t>Relacional</a:t>
            </a:r>
            <a:r>
              <a:rPr dirty="0" spc="-130"/>
              <a:t> </a:t>
            </a:r>
            <a:r>
              <a:rPr dirty="0" spc="-10"/>
              <a:t>(MySQL)  </a:t>
            </a:r>
            <a:r>
              <a:rPr dirty="0"/>
              <a:t>Inteligencia</a:t>
            </a:r>
            <a:r>
              <a:rPr dirty="0" spc="5"/>
              <a:t> </a:t>
            </a:r>
            <a:r>
              <a:rPr dirty="0" spc="60"/>
              <a:t>Artificial</a:t>
            </a:r>
            <a:r>
              <a:rPr dirty="0" spc="10"/>
              <a:t> </a:t>
            </a:r>
            <a:r>
              <a:rPr dirty="0"/>
              <a:t>(Python,</a:t>
            </a:r>
            <a:r>
              <a:rPr dirty="0" spc="10"/>
              <a:t> </a:t>
            </a:r>
            <a:r>
              <a:rPr dirty="0" spc="-10"/>
              <a:t>FastAPI,</a:t>
            </a:r>
            <a:r>
              <a:rPr dirty="0" spc="5"/>
              <a:t> </a:t>
            </a:r>
            <a:r>
              <a:rPr dirty="0" spc="50"/>
              <a:t>Ollama) </a:t>
            </a:r>
            <a:r>
              <a:rPr dirty="0" spc="45"/>
              <a:t>Estándares:</a:t>
            </a:r>
            <a:r>
              <a:rPr dirty="0" spc="-140"/>
              <a:t> </a:t>
            </a:r>
            <a:r>
              <a:rPr dirty="0" spc="-165"/>
              <a:t>JWT</a:t>
            </a:r>
            <a:r>
              <a:rPr dirty="0" spc="-140"/>
              <a:t> </a:t>
            </a:r>
            <a:r>
              <a:rPr dirty="0" spc="-254"/>
              <a:t>·</a:t>
            </a:r>
            <a:r>
              <a:rPr dirty="0" spc="-140"/>
              <a:t> </a:t>
            </a:r>
            <a:r>
              <a:rPr dirty="0" spc="-55"/>
              <a:t>Jest</a:t>
            </a:r>
            <a:r>
              <a:rPr dirty="0" spc="-140"/>
              <a:t> </a:t>
            </a:r>
            <a:r>
              <a:rPr dirty="0" spc="-254"/>
              <a:t>·</a:t>
            </a:r>
            <a:r>
              <a:rPr dirty="0" spc="-140"/>
              <a:t> </a:t>
            </a:r>
            <a:r>
              <a:rPr dirty="0" spc="80"/>
              <a:t>WCAG</a:t>
            </a:r>
            <a:r>
              <a:rPr dirty="0" spc="-135"/>
              <a:t> </a:t>
            </a:r>
            <a:r>
              <a:rPr dirty="0"/>
              <a:t>2.1</a:t>
            </a:r>
            <a:r>
              <a:rPr dirty="0" spc="-140"/>
              <a:t> </a:t>
            </a:r>
            <a:r>
              <a:rPr dirty="0" spc="55"/>
              <a:t>AA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9190" y="8135786"/>
            <a:ext cx="2579132" cy="71858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036884" y="8288257"/>
            <a:ext cx="2005964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25" b="1">
                <a:solidFill>
                  <a:srgbClr val="FFFFFF"/>
                </a:solidFill>
                <a:latin typeface="Tahoma"/>
                <a:cs typeface="Tahoma"/>
              </a:rPr>
              <a:t>Dental</a:t>
            </a:r>
            <a:r>
              <a:rPr dirty="0" sz="2350" spc="-1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-10" b="1">
                <a:solidFill>
                  <a:srgbClr val="FFFFFF"/>
                </a:solidFill>
                <a:latin typeface="Tahoma"/>
                <a:cs typeface="Tahoma"/>
              </a:rPr>
              <a:t>Match</a:t>
            </a:r>
            <a:endParaRPr sz="23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36600" y="7101824"/>
            <a:ext cx="3251399" cy="31851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6441142" y="602669"/>
            <a:ext cx="106743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ahoma"/>
                <a:cs typeface="Tahoma"/>
              </a:rPr>
              <a:t>Page-</a:t>
            </a:r>
            <a:r>
              <a:rPr dirty="0" sz="2200" spc="-25">
                <a:latin typeface="Tahoma"/>
                <a:cs typeface="Tahoma"/>
              </a:rPr>
              <a:t>05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355" rIns="0" bIns="0" rtlCol="0" vert="horz">
            <a:spAutoFit/>
          </a:bodyPr>
          <a:lstStyle/>
          <a:p>
            <a:pPr marL="139700" marR="5080">
              <a:lnSpc>
                <a:spcPts val="4350"/>
              </a:lnSpc>
              <a:spcBef>
                <a:spcPts val="365"/>
              </a:spcBef>
            </a:pPr>
            <a:r>
              <a:rPr dirty="0" spc="-30"/>
              <a:t>Fundamentación </a:t>
            </a:r>
            <a:r>
              <a:rPr dirty="0" spc="-10"/>
              <a:t>Relevancia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97564"/>
            <a:ext cx="7544357" cy="726073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343180" y="2491728"/>
            <a:ext cx="6374130" cy="5892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51130">
              <a:lnSpc>
                <a:spcPct val="114599"/>
              </a:lnSpc>
              <a:spcBef>
                <a:spcPts val="100"/>
              </a:spcBef>
            </a:pPr>
            <a:r>
              <a:rPr dirty="0" sz="2400" spc="65" b="1">
                <a:solidFill>
                  <a:srgbClr val="3F3F3F"/>
                </a:solidFill>
                <a:latin typeface="Trebuchet MS"/>
                <a:cs typeface="Trebuchet MS"/>
              </a:rPr>
              <a:t>Problema: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90" b="1">
                <a:solidFill>
                  <a:srgbClr val="3F3F3F"/>
                </a:solidFill>
                <a:latin typeface="Trebuchet MS"/>
                <a:cs typeface="Trebuchet MS"/>
              </a:rPr>
              <a:t>La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00" b="1">
                <a:solidFill>
                  <a:srgbClr val="3F3F3F"/>
                </a:solidFill>
                <a:latin typeface="Trebuchet MS"/>
                <a:cs typeface="Trebuchet MS"/>
              </a:rPr>
              <a:t>asignación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0" b="1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5" b="1">
                <a:solidFill>
                  <a:srgbClr val="3F3F3F"/>
                </a:solidFill>
                <a:latin typeface="Trebuchet MS"/>
                <a:cs typeface="Trebuchet MS"/>
              </a:rPr>
              <a:t>pacientes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60" b="1">
                <a:solidFill>
                  <a:srgbClr val="3F3F3F"/>
                </a:solidFill>
                <a:latin typeface="Trebuchet MS"/>
                <a:cs typeface="Trebuchet MS"/>
              </a:rPr>
              <a:t>en </a:t>
            </a:r>
            <a:r>
              <a:rPr dirty="0" sz="2400" spc="55" b="1">
                <a:solidFill>
                  <a:srgbClr val="3F3F3F"/>
                </a:solidFill>
                <a:latin typeface="Trebuchet MS"/>
                <a:cs typeface="Trebuchet MS"/>
              </a:rPr>
              <a:t>clínicas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90" b="1">
                <a:solidFill>
                  <a:srgbClr val="3F3F3F"/>
                </a:solidFill>
                <a:latin typeface="Trebuchet MS"/>
                <a:cs typeface="Trebuchet MS"/>
              </a:rPr>
              <a:t>odontológicas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80" b="1">
                <a:solidFill>
                  <a:srgbClr val="3F3F3F"/>
                </a:solidFill>
                <a:latin typeface="Trebuchet MS"/>
                <a:cs typeface="Trebuchet MS"/>
              </a:rPr>
              <a:t>es</a:t>
            </a:r>
            <a:r>
              <a:rPr dirty="0" sz="2400" spc="-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95" b="1">
                <a:solidFill>
                  <a:srgbClr val="3F3F3F"/>
                </a:solidFill>
                <a:latin typeface="Trebuchet MS"/>
                <a:cs typeface="Trebuchet MS"/>
              </a:rPr>
              <a:t>manual,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85" b="1">
                <a:solidFill>
                  <a:srgbClr val="3F3F3F"/>
                </a:solidFill>
                <a:latin typeface="Trebuchet MS"/>
                <a:cs typeface="Trebuchet MS"/>
              </a:rPr>
              <a:t>lenta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25" b="1">
                <a:solidFill>
                  <a:srgbClr val="3F3F3F"/>
                </a:solidFill>
                <a:latin typeface="Trebuchet MS"/>
                <a:cs typeface="Trebuchet MS"/>
              </a:rPr>
              <a:t>y </a:t>
            </a:r>
            <a:r>
              <a:rPr dirty="0" sz="2400" spc="75" b="1">
                <a:solidFill>
                  <a:srgbClr val="3F3F3F"/>
                </a:solidFill>
                <a:latin typeface="Trebuchet MS"/>
                <a:cs typeface="Trebuchet MS"/>
              </a:rPr>
              <a:t>poco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5" b="1">
                <a:solidFill>
                  <a:srgbClr val="3F3F3F"/>
                </a:solidFill>
                <a:latin typeface="Trebuchet MS"/>
                <a:cs typeface="Trebuchet MS"/>
              </a:rPr>
              <a:t>transparente,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00" b="1">
                <a:solidFill>
                  <a:srgbClr val="3F3F3F"/>
                </a:solidFill>
                <a:latin typeface="Trebuchet MS"/>
                <a:cs typeface="Trebuchet MS"/>
              </a:rPr>
              <a:t>generando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60" b="1">
                <a:solidFill>
                  <a:srgbClr val="3F3F3F"/>
                </a:solidFill>
                <a:latin typeface="Trebuchet MS"/>
                <a:cs typeface="Trebuchet MS"/>
              </a:rPr>
              <a:t>cuellos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45" b="1">
                <a:solidFill>
                  <a:srgbClr val="3F3F3F"/>
                </a:solidFill>
                <a:latin typeface="Trebuchet MS"/>
                <a:cs typeface="Trebuchet MS"/>
              </a:rPr>
              <a:t>de </a:t>
            </a:r>
            <a:r>
              <a:rPr dirty="0" sz="2400" spc="70" b="1">
                <a:solidFill>
                  <a:srgbClr val="3F3F3F"/>
                </a:solidFill>
                <a:latin typeface="Trebuchet MS"/>
                <a:cs typeface="Trebuchet MS"/>
              </a:rPr>
              <a:t>botella</a:t>
            </a:r>
            <a:r>
              <a:rPr dirty="0" sz="2400" spc="-10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45" b="1">
                <a:solidFill>
                  <a:srgbClr val="3F3F3F"/>
                </a:solidFill>
                <a:latin typeface="Trebuchet MS"/>
                <a:cs typeface="Trebuchet MS"/>
              </a:rPr>
              <a:t>operativos.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232410">
              <a:lnSpc>
                <a:spcPct val="114599"/>
              </a:lnSpc>
            </a:pPr>
            <a:r>
              <a:rPr dirty="0" sz="2400" spc="45" b="1">
                <a:solidFill>
                  <a:srgbClr val="3F3F3F"/>
                </a:solidFill>
                <a:latin typeface="Trebuchet MS"/>
                <a:cs typeface="Trebuchet MS"/>
              </a:rPr>
              <a:t>Contexto: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50" b="1">
                <a:solidFill>
                  <a:srgbClr val="3F3F3F"/>
                </a:solidFill>
                <a:latin typeface="Trebuchet MS"/>
                <a:cs typeface="Trebuchet MS"/>
              </a:rPr>
              <a:t>Este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5" b="1">
                <a:solidFill>
                  <a:srgbClr val="3F3F3F"/>
                </a:solidFill>
                <a:latin typeface="Trebuchet MS"/>
                <a:cs typeface="Trebuchet MS"/>
              </a:rPr>
              <a:t>proceso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00" b="1">
                <a:solidFill>
                  <a:srgbClr val="3F3F3F"/>
                </a:solidFill>
                <a:latin typeface="Trebuchet MS"/>
                <a:cs typeface="Trebuchet MS"/>
              </a:rPr>
              <a:t>impacta negativamente</a:t>
            </a:r>
            <a:r>
              <a:rPr dirty="0" sz="2400" spc="-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65" b="1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2400" spc="-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45" b="1">
                <a:solidFill>
                  <a:srgbClr val="3F3F3F"/>
                </a:solidFill>
                <a:latin typeface="Trebuchet MS"/>
                <a:cs typeface="Trebuchet MS"/>
              </a:rPr>
              <a:t>pacientes,</a:t>
            </a:r>
            <a:r>
              <a:rPr dirty="0" sz="2400" spc="-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85" b="1">
                <a:solidFill>
                  <a:srgbClr val="3F3F3F"/>
                </a:solidFill>
                <a:latin typeface="Trebuchet MS"/>
                <a:cs typeface="Trebuchet MS"/>
              </a:rPr>
              <a:t>estudiantes en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0" b="1">
                <a:solidFill>
                  <a:srgbClr val="3F3F3F"/>
                </a:solidFill>
                <a:latin typeface="Trebuchet MS"/>
                <a:cs typeface="Trebuchet MS"/>
              </a:rPr>
              <a:t>práctica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5" b="1">
                <a:solidFill>
                  <a:srgbClr val="3F3F3F"/>
                </a:solidFill>
                <a:latin typeface="Trebuchet MS"/>
                <a:cs typeface="Trebuchet MS"/>
              </a:rPr>
              <a:t>y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85" b="1">
                <a:solidFill>
                  <a:srgbClr val="3F3F3F"/>
                </a:solidFill>
                <a:latin typeface="Trebuchet MS"/>
                <a:cs typeface="Trebuchet MS"/>
              </a:rPr>
              <a:t>al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90" b="1">
                <a:solidFill>
                  <a:srgbClr val="3F3F3F"/>
                </a:solidFill>
                <a:latin typeface="Trebuchet MS"/>
                <a:cs typeface="Trebuchet MS"/>
              </a:rPr>
              <a:t>personal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0" b="1">
                <a:solidFill>
                  <a:srgbClr val="3F3F3F"/>
                </a:solidFill>
                <a:latin typeface="Trebuchet MS"/>
                <a:cs typeface="Trebuchet MS"/>
              </a:rPr>
              <a:t>administrativo, </a:t>
            </a:r>
            <a:r>
              <a:rPr dirty="0" sz="2400" spc="90" b="1">
                <a:solidFill>
                  <a:srgbClr val="3F3F3F"/>
                </a:solidFill>
                <a:latin typeface="Trebuchet MS"/>
                <a:cs typeface="Trebuchet MS"/>
              </a:rPr>
              <a:t>afectando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85" b="1">
                <a:solidFill>
                  <a:srgbClr val="3F3F3F"/>
                </a:solidFill>
                <a:latin typeface="Trebuchet MS"/>
                <a:cs typeface="Trebuchet MS"/>
              </a:rPr>
              <a:t>la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80" b="1">
                <a:solidFill>
                  <a:srgbClr val="3F3F3F"/>
                </a:solidFill>
                <a:latin typeface="Trebuchet MS"/>
                <a:cs typeface="Trebuchet MS"/>
              </a:rPr>
              <a:t>calidad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50" b="1">
                <a:solidFill>
                  <a:srgbClr val="3F3F3F"/>
                </a:solidFill>
                <a:latin typeface="Trebuchet MS"/>
                <a:cs typeface="Trebuchet MS"/>
              </a:rPr>
              <a:t>del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3F3F3F"/>
                </a:solidFill>
                <a:latin typeface="Trebuchet MS"/>
                <a:cs typeface="Trebuchet MS"/>
              </a:rPr>
              <a:t>servicio.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4599"/>
              </a:lnSpc>
            </a:pPr>
            <a:r>
              <a:rPr dirty="0" sz="2400" b="1">
                <a:solidFill>
                  <a:srgbClr val="3F3F3F"/>
                </a:solidFill>
                <a:latin typeface="Trebuchet MS"/>
                <a:cs typeface="Trebuchet MS"/>
              </a:rPr>
              <a:t>Valor:</a:t>
            </a:r>
            <a:r>
              <a:rPr dirty="0" sz="2400" spc="-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05" b="1">
                <a:solidFill>
                  <a:srgbClr val="3F3F3F"/>
                </a:solidFill>
                <a:latin typeface="Trebuchet MS"/>
                <a:cs typeface="Trebuchet MS"/>
              </a:rPr>
              <a:t>Dental</a:t>
            </a:r>
            <a:r>
              <a:rPr dirty="0" sz="2400" spc="-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65" b="1">
                <a:solidFill>
                  <a:srgbClr val="3F3F3F"/>
                </a:solidFill>
                <a:latin typeface="Trebuchet MS"/>
                <a:cs typeface="Trebuchet MS"/>
              </a:rPr>
              <a:t>Match</a:t>
            </a:r>
            <a:r>
              <a:rPr dirty="0" sz="2400" spc="-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05" b="1">
                <a:solidFill>
                  <a:srgbClr val="3F3F3F"/>
                </a:solidFill>
                <a:latin typeface="Trebuchet MS"/>
                <a:cs typeface="Trebuchet MS"/>
              </a:rPr>
              <a:t>automatiza</a:t>
            </a:r>
            <a:r>
              <a:rPr dirty="0" sz="2400" spc="-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60" b="1">
                <a:solidFill>
                  <a:srgbClr val="3F3F3F"/>
                </a:solidFill>
                <a:latin typeface="Trebuchet MS"/>
                <a:cs typeface="Trebuchet MS"/>
              </a:rPr>
              <a:t>la </a:t>
            </a:r>
            <a:r>
              <a:rPr dirty="0" sz="2400" spc="100" b="1">
                <a:solidFill>
                  <a:srgbClr val="3F3F3F"/>
                </a:solidFill>
                <a:latin typeface="Trebuchet MS"/>
                <a:cs typeface="Trebuchet MS"/>
              </a:rPr>
              <a:t>asignación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00" b="1">
                <a:solidFill>
                  <a:srgbClr val="3F3F3F"/>
                </a:solidFill>
                <a:latin typeface="Trebuchet MS"/>
                <a:cs typeface="Trebuchet MS"/>
              </a:rPr>
              <a:t>mediante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3F3F3F"/>
                </a:solidFill>
                <a:latin typeface="Trebuchet MS"/>
                <a:cs typeface="Trebuchet MS"/>
              </a:rPr>
              <a:t>IA,</a:t>
            </a:r>
            <a:r>
              <a:rPr dirty="0" sz="2400" spc="-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20" b="1">
                <a:solidFill>
                  <a:srgbClr val="3F3F3F"/>
                </a:solidFill>
                <a:latin typeface="Trebuchet MS"/>
                <a:cs typeface="Trebuchet MS"/>
              </a:rPr>
              <a:t>asegurando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30" b="1">
                <a:solidFill>
                  <a:srgbClr val="3F3F3F"/>
                </a:solidFill>
                <a:latin typeface="Trebuchet MS"/>
                <a:cs typeface="Trebuchet MS"/>
              </a:rPr>
              <a:t>una </a:t>
            </a:r>
            <a:r>
              <a:rPr dirty="0" sz="2400" spc="80" b="1">
                <a:solidFill>
                  <a:srgbClr val="3F3F3F"/>
                </a:solidFill>
                <a:latin typeface="Trebuchet MS"/>
                <a:cs typeface="Trebuchet MS"/>
              </a:rPr>
              <a:t>atención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10" b="1">
                <a:solidFill>
                  <a:srgbClr val="3F3F3F"/>
                </a:solidFill>
                <a:latin typeface="Trebuchet MS"/>
                <a:cs typeface="Trebuchet MS"/>
              </a:rPr>
              <a:t>oportuna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5" b="1">
                <a:solidFill>
                  <a:srgbClr val="3F3F3F"/>
                </a:solidFill>
                <a:latin typeface="Trebuchet MS"/>
                <a:cs typeface="Trebuchet MS"/>
              </a:rPr>
              <a:t>y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55" b="1">
                <a:solidFill>
                  <a:srgbClr val="3F3F3F"/>
                </a:solidFill>
                <a:latin typeface="Trebuchet MS"/>
                <a:cs typeface="Trebuchet MS"/>
              </a:rPr>
              <a:t>una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90" b="1">
                <a:solidFill>
                  <a:srgbClr val="3F3F3F"/>
                </a:solidFill>
                <a:latin typeface="Trebuchet MS"/>
                <a:cs typeface="Trebuchet MS"/>
              </a:rPr>
              <a:t>gestión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3F3F3F"/>
                </a:solidFill>
                <a:latin typeface="Trebuchet MS"/>
                <a:cs typeface="Trebuchet MS"/>
              </a:rPr>
              <a:t>eficiente </a:t>
            </a:r>
            <a:r>
              <a:rPr dirty="0" sz="2400" spc="70" b="1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05" b="1">
                <a:solidFill>
                  <a:srgbClr val="3F3F3F"/>
                </a:solidFill>
                <a:latin typeface="Trebuchet MS"/>
                <a:cs typeface="Trebuchet MS"/>
              </a:rPr>
              <a:t>casos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3F3F3F"/>
                </a:solidFill>
                <a:latin typeface="Trebuchet MS"/>
                <a:cs typeface="Trebuchet MS"/>
              </a:rPr>
              <a:t>clínicos.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55542" y="2481099"/>
            <a:ext cx="2432457" cy="6413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9325" y="8899005"/>
            <a:ext cx="2689093" cy="7185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67018" y="9051476"/>
            <a:ext cx="2005964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25" b="1">
                <a:solidFill>
                  <a:srgbClr val="FFFFFF"/>
                </a:solidFill>
                <a:latin typeface="Tahoma"/>
                <a:cs typeface="Tahoma"/>
              </a:rPr>
              <a:t>Dental</a:t>
            </a:r>
            <a:r>
              <a:rPr dirty="0" sz="2350" spc="-1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-10" b="1">
                <a:solidFill>
                  <a:srgbClr val="FFFFFF"/>
                </a:solidFill>
                <a:latin typeface="Tahoma"/>
                <a:cs typeface="Tahoma"/>
              </a:rPr>
              <a:t>Match</a:t>
            </a:r>
            <a:endParaRPr sz="2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6441142" y="602669"/>
            <a:ext cx="106743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ahoma"/>
                <a:cs typeface="Tahoma"/>
              </a:rPr>
              <a:t>Page-</a:t>
            </a:r>
            <a:r>
              <a:rPr dirty="0" sz="2200" spc="-25">
                <a:latin typeface="Tahoma"/>
                <a:cs typeface="Tahoma"/>
              </a:rPr>
              <a:t>06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355" rIns="0" bIns="0" rtlCol="0" vert="horz">
            <a:spAutoFit/>
          </a:bodyPr>
          <a:lstStyle/>
          <a:p>
            <a:pPr marL="12700" marR="5080">
              <a:lnSpc>
                <a:spcPts val="4350"/>
              </a:lnSpc>
              <a:spcBef>
                <a:spcPts val="365"/>
              </a:spcBef>
            </a:pPr>
            <a:r>
              <a:rPr dirty="0" spc="-30"/>
              <a:t>Fundamentación</a:t>
            </a:r>
            <a:r>
              <a:rPr dirty="0" spc="-160"/>
              <a:t> </a:t>
            </a:r>
            <a:r>
              <a:rPr dirty="0" spc="-385"/>
              <a:t>– </a:t>
            </a:r>
            <a:r>
              <a:rPr dirty="0" spc="-10"/>
              <a:t>Pertinencia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97564"/>
            <a:ext cx="7544357" cy="726073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370044" y="2628921"/>
            <a:ext cx="6317615" cy="5473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spc="90" b="1">
                <a:solidFill>
                  <a:srgbClr val="3F3F3F"/>
                </a:solidFill>
                <a:latin typeface="Trebuchet MS"/>
                <a:cs typeface="Trebuchet MS"/>
              </a:rPr>
              <a:t>La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10" b="1">
                <a:solidFill>
                  <a:srgbClr val="3F3F3F"/>
                </a:solidFill>
                <a:latin typeface="Trebuchet MS"/>
                <a:cs typeface="Trebuchet MS"/>
              </a:rPr>
              <a:t>plataforma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05" b="1">
                <a:solidFill>
                  <a:srgbClr val="3F3F3F"/>
                </a:solidFill>
                <a:latin typeface="Trebuchet MS"/>
                <a:cs typeface="Trebuchet MS"/>
              </a:rPr>
              <a:t>Dental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65" b="1">
                <a:solidFill>
                  <a:srgbClr val="3F3F3F"/>
                </a:solidFill>
                <a:latin typeface="Trebuchet MS"/>
                <a:cs typeface="Trebuchet MS"/>
              </a:rPr>
              <a:t>Match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90" b="1">
                <a:solidFill>
                  <a:srgbClr val="3F3F3F"/>
                </a:solidFill>
                <a:latin typeface="Trebuchet MS"/>
                <a:cs typeface="Trebuchet MS"/>
              </a:rPr>
              <a:t>propone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30" b="1">
                <a:solidFill>
                  <a:srgbClr val="3F3F3F"/>
                </a:solidFill>
                <a:latin typeface="Trebuchet MS"/>
                <a:cs typeface="Trebuchet MS"/>
              </a:rPr>
              <a:t>una </a:t>
            </a:r>
            <a:r>
              <a:rPr dirty="0" sz="2400" spc="80" b="1">
                <a:solidFill>
                  <a:srgbClr val="3F3F3F"/>
                </a:solidFill>
                <a:latin typeface="Trebuchet MS"/>
                <a:cs typeface="Trebuchet MS"/>
              </a:rPr>
              <a:t>solución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0" b="1">
                <a:solidFill>
                  <a:srgbClr val="3F3F3F"/>
                </a:solidFill>
                <a:latin typeface="Trebuchet MS"/>
                <a:cs typeface="Trebuchet MS"/>
              </a:rPr>
              <a:t>tecnológica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40" b="1">
                <a:solidFill>
                  <a:srgbClr val="3F3F3F"/>
                </a:solidFill>
                <a:latin typeface="Trebuchet MS"/>
                <a:cs typeface="Trebuchet MS"/>
              </a:rPr>
              <a:t>basada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60" b="1">
                <a:solidFill>
                  <a:srgbClr val="3F3F3F"/>
                </a:solidFill>
                <a:latin typeface="Trebuchet MS"/>
                <a:cs typeface="Trebuchet MS"/>
              </a:rPr>
              <a:t>en </a:t>
            </a:r>
            <a:r>
              <a:rPr dirty="0" sz="2400" spc="70" b="1">
                <a:solidFill>
                  <a:srgbClr val="3F3F3F"/>
                </a:solidFill>
                <a:latin typeface="Trebuchet MS"/>
                <a:cs typeface="Trebuchet MS"/>
              </a:rPr>
              <a:t>Inteligencia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45" b="1">
                <a:solidFill>
                  <a:srgbClr val="3F3F3F"/>
                </a:solidFill>
                <a:latin typeface="Trebuchet MS"/>
                <a:cs typeface="Trebuchet MS"/>
              </a:rPr>
              <a:t>Artificial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5" b="1">
                <a:solidFill>
                  <a:srgbClr val="3F3F3F"/>
                </a:solidFill>
                <a:latin typeface="Trebuchet MS"/>
                <a:cs typeface="Trebuchet MS"/>
              </a:rPr>
              <a:t>y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50" b="1">
                <a:solidFill>
                  <a:srgbClr val="3F3F3F"/>
                </a:solidFill>
                <a:latin typeface="Trebuchet MS"/>
                <a:cs typeface="Trebuchet MS"/>
              </a:rPr>
              <a:t>un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00" b="1">
                <a:solidFill>
                  <a:srgbClr val="3F3F3F"/>
                </a:solidFill>
                <a:latin typeface="Trebuchet MS"/>
                <a:cs typeface="Trebuchet MS"/>
              </a:rPr>
              <a:t>algoritmo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45" b="1">
                <a:solidFill>
                  <a:srgbClr val="3F3F3F"/>
                </a:solidFill>
                <a:latin typeface="Trebuchet MS"/>
                <a:cs typeface="Trebuchet MS"/>
              </a:rPr>
              <a:t>de </a:t>
            </a:r>
            <a:r>
              <a:rPr dirty="0" sz="2400" spc="85" b="1">
                <a:solidFill>
                  <a:srgbClr val="3F3F3F"/>
                </a:solidFill>
                <a:latin typeface="Trebuchet MS"/>
                <a:cs typeface="Trebuchet MS"/>
              </a:rPr>
              <a:t>scoring</a:t>
            </a:r>
            <a:r>
              <a:rPr dirty="0" sz="2400" spc="-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00" b="1">
                <a:solidFill>
                  <a:srgbClr val="3F3F3F"/>
                </a:solidFill>
                <a:latin typeface="Trebuchet MS"/>
                <a:cs typeface="Trebuchet MS"/>
              </a:rPr>
              <a:t>multidimensional</a:t>
            </a:r>
            <a:r>
              <a:rPr dirty="0" sz="2400" spc="-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00" b="1">
                <a:solidFill>
                  <a:srgbClr val="3F3F3F"/>
                </a:solidFill>
                <a:latin typeface="Trebuchet MS"/>
                <a:cs typeface="Trebuchet MS"/>
              </a:rPr>
              <a:t>para automatizar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85" b="1">
                <a:solidFill>
                  <a:srgbClr val="3F3F3F"/>
                </a:solidFill>
                <a:latin typeface="Trebuchet MS"/>
                <a:cs typeface="Trebuchet MS"/>
              </a:rPr>
              <a:t>la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00" b="1">
                <a:solidFill>
                  <a:srgbClr val="3F3F3F"/>
                </a:solidFill>
                <a:latin typeface="Trebuchet MS"/>
                <a:cs typeface="Trebuchet MS"/>
              </a:rPr>
              <a:t>asignación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0" b="1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95" b="1">
                <a:solidFill>
                  <a:srgbClr val="3F3F3F"/>
                </a:solidFill>
                <a:latin typeface="Trebuchet MS"/>
                <a:cs typeface="Trebuchet MS"/>
              </a:rPr>
              <a:t>casos </a:t>
            </a:r>
            <a:r>
              <a:rPr dirty="0" sz="2400" spc="50" b="1">
                <a:solidFill>
                  <a:srgbClr val="3F3F3F"/>
                </a:solidFill>
                <a:latin typeface="Trebuchet MS"/>
                <a:cs typeface="Trebuchet MS"/>
              </a:rPr>
              <a:t>clínicos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55" b="1">
                <a:solidFill>
                  <a:srgbClr val="3F3F3F"/>
                </a:solidFill>
                <a:latin typeface="Trebuchet MS"/>
                <a:cs typeface="Trebuchet MS"/>
              </a:rPr>
              <a:t>odontológicos.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116205">
              <a:lnSpc>
                <a:spcPct val="114599"/>
              </a:lnSpc>
            </a:pPr>
            <a:r>
              <a:rPr dirty="0" sz="2400" spc="85" b="1">
                <a:solidFill>
                  <a:srgbClr val="3F3F3F"/>
                </a:solidFill>
                <a:latin typeface="Trebuchet MS"/>
                <a:cs typeface="Trebuchet MS"/>
              </a:rPr>
              <a:t>Esta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80" b="1">
                <a:solidFill>
                  <a:srgbClr val="3F3F3F"/>
                </a:solidFill>
                <a:latin typeface="Trebuchet MS"/>
                <a:cs typeface="Trebuchet MS"/>
              </a:rPr>
              <a:t>solución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60" b="1">
                <a:solidFill>
                  <a:srgbClr val="3F3F3F"/>
                </a:solidFill>
                <a:latin typeface="Trebuchet MS"/>
                <a:cs typeface="Trebuchet MS"/>
              </a:rPr>
              <a:t>evidencia</a:t>
            </a:r>
            <a:r>
              <a:rPr dirty="0" sz="2400" spc="-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80" b="1">
                <a:solidFill>
                  <a:srgbClr val="3F3F3F"/>
                </a:solidFill>
                <a:latin typeface="Trebuchet MS"/>
                <a:cs typeface="Trebuchet MS"/>
              </a:rPr>
              <a:t>directamente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80" b="1">
                <a:solidFill>
                  <a:srgbClr val="3F3F3F"/>
                </a:solidFill>
                <a:latin typeface="Trebuchet MS"/>
                <a:cs typeface="Trebuchet MS"/>
              </a:rPr>
              <a:t>las </a:t>
            </a:r>
            <a:r>
              <a:rPr dirty="0" sz="2400" spc="85" b="1">
                <a:solidFill>
                  <a:srgbClr val="3F3F3F"/>
                </a:solidFill>
                <a:latin typeface="Trebuchet MS"/>
                <a:cs typeface="Trebuchet MS"/>
              </a:rPr>
              <a:t>competencias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-135" b="1">
                <a:solidFill>
                  <a:srgbClr val="3F3F3F"/>
                </a:solidFill>
                <a:latin typeface="Trebuchet MS"/>
                <a:cs typeface="Trebuchet MS"/>
              </a:rPr>
              <a:t>1,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3F3F3F"/>
                </a:solidFill>
                <a:latin typeface="Trebuchet MS"/>
                <a:cs typeface="Trebuchet MS"/>
              </a:rPr>
              <a:t>2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5" b="1">
                <a:solidFill>
                  <a:srgbClr val="3F3F3F"/>
                </a:solidFill>
                <a:latin typeface="Trebuchet MS"/>
                <a:cs typeface="Trebuchet MS"/>
              </a:rPr>
              <a:t>y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3F3F3F"/>
                </a:solidFill>
                <a:latin typeface="Trebuchet MS"/>
                <a:cs typeface="Trebuchet MS"/>
              </a:rPr>
              <a:t>5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50" b="1">
                <a:solidFill>
                  <a:srgbClr val="3F3F3F"/>
                </a:solidFill>
                <a:latin typeface="Trebuchet MS"/>
                <a:cs typeface="Trebuchet MS"/>
              </a:rPr>
              <a:t>del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3F3F3F"/>
                </a:solidFill>
                <a:latin typeface="Trebuchet MS"/>
                <a:cs typeface="Trebuchet MS"/>
              </a:rPr>
              <a:t>perfil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0" b="1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0" b="1">
                <a:solidFill>
                  <a:srgbClr val="3F3F3F"/>
                </a:solidFill>
                <a:latin typeface="Trebuchet MS"/>
                <a:cs typeface="Trebuchet MS"/>
              </a:rPr>
              <a:t>egreso de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80" b="1">
                <a:solidFill>
                  <a:srgbClr val="3F3F3F"/>
                </a:solidFill>
                <a:latin typeface="Trebuchet MS"/>
                <a:cs typeface="Trebuchet MS"/>
              </a:rPr>
              <a:t>Ingeniería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85" b="1">
                <a:solidFill>
                  <a:srgbClr val="3F3F3F"/>
                </a:solidFill>
                <a:latin typeface="Trebuchet MS"/>
                <a:cs typeface="Trebuchet MS"/>
              </a:rPr>
              <a:t>en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5" b="1">
                <a:solidFill>
                  <a:srgbClr val="3F3F3F"/>
                </a:solidFill>
                <a:latin typeface="Trebuchet MS"/>
                <a:cs typeface="Trebuchet MS"/>
              </a:rPr>
              <a:t>Informática,</a:t>
            </a:r>
            <a:r>
              <a:rPr dirty="0" sz="2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85" b="1">
                <a:solidFill>
                  <a:srgbClr val="3F3F3F"/>
                </a:solidFill>
                <a:latin typeface="Trebuchet MS"/>
                <a:cs typeface="Trebuchet MS"/>
              </a:rPr>
              <a:t>integrando </a:t>
            </a:r>
            <a:r>
              <a:rPr dirty="0" sz="2400" b="1">
                <a:solidFill>
                  <a:srgbClr val="3F3F3F"/>
                </a:solidFill>
                <a:latin typeface="Trebuchet MS"/>
                <a:cs typeface="Trebuchet MS"/>
              </a:rPr>
              <a:t>ciclo</a:t>
            </a:r>
            <a:r>
              <a:rPr dirty="0" sz="2400" spc="-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0" b="1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dirty="0" sz="2400" spc="-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90" b="1">
                <a:solidFill>
                  <a:srgbClr val="3F3F3F"/>
                </a:solidFill>
                <a:latin typeface="Trebuchet MS"/>
                <a:cs typeface="Trebuchet MS"/>
              </a:rPr>
              <a:t>vida</a:t>
            </a:r>
            <a:r>
              <a:rPr dirty="0" sz="2400" spc="-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50" b="1">
                <a:solidFill>
                  <a:srgbClr val="3F3F3F"/>
                </a:solidFill>
                <a:latin typeface="Trebuchet MS"/>
                <a:cs typeface="Trebuchet MS"/>
              </a:rPr>
              <a:t>del</a:t>
            </a:r>
            <a:r>
              <a:rPr dirty="0" sz="2400" spc="-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60" b="1">
                <a:solidFill>
                  <a:srgbClr val="3F3F3F"/>
                </a:solidFill>
                <a:latin typeface="Trebuchet MS"/>
                <a:cs typeface="Trebuchet MS"/>
              </a:rPr>
              <a:t>software,</a:t>
            </a:r>
            <a:r>
              <a:rPr dirty="0" sz="2400" spc="-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5" b="1">
                <a:solidFill>
                  <a:srgbClr val="3F3F3F"/>
                </a:solidFill>
                <a:latin typeface="Trebuchet MS"/>
                <a:cs typeface="Trebuchet MS"/>
              </a:rPr>
              <a:t>arquitectura </a:t>
            </a:r>
            <a:r>
              <a:rPr dirty="0" sz="2400" spc="90" b="1">
                <a:solidFill>
                  <a:srgbClr val="3F3F3F"/>
                </a:solidFill>
                <a:latin typeface="Trebuchet MS"/>
                <a:cs typeface="Trebuchet MS"/>
              </a:rPr>
              <a:t>limpia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5" b="1">
                <a:solidFill>
                  <a:srgbClr val="3F3F3F"/>
                </a:solidFill>
                <a:latin typeface="Trebuchet MS"/>
                <a:cs typeface="Trebuchet MS"/>
              </a:rPr>
              <a:t>y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05" b="1">
                <a:solidFill>
                  <a:srgbClr val="3F3F3F"/>
                </a:solidFill>
                <a:latin typeface="Trebuchet MS"/>
                <a:cs typeface="Trebuchet MS"/>
              </a:rPr>
              <a:t>estándares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0" b="1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80" b="1">
                <a:solidFill>
                  <a:srgbClr val="3F3F3F"/>
                </a:solidFill>
                <a:latin typeface="Trebuchet MS"/>
                <a:cs typeface="Trebuchet MS"/>
              </a:rPr>
              <a:t>calidad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85" b="1">
                <a:solidFill>
                  <a:srgbClr val="3F3F3F"/>
                </a:solidFill>
                <a:latin typeface="Trebuchet MS"/>
                <a:cs typeface="Trebuchet MS"/>
              </a:rPr>
              <a:t>en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25" b="1">
                <a:solidFill>
                  <a:srgbClr val="3F3F3F"/>
                </a:solidFill>
                <a:latin typeface="Trebuchet MS"/>
                <a:cs typeface="Trebuchet MS"/>
              </a:rPr>
              <a:t>un </a:t>
            </a:r>
            <a:r>
              <a:rPr dirty="0" sz="2400" spc="114" b="1">
                <a:solidFill>
                  <a:srgbClr val="3F3F3F"/>
                </a:solidFill>
                <a:latin typeface="Trebuchet MS"/>
                <a:cs typeface="Trebuchet MS"/>
              </a:rPr>
              <a:t>sistema</a:t>
            </a:r>
            <a:r>
              <a:rPr dirty="0" sz="2400" spc="-10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95" b="1">
                <a:solidFill>
                  <a:srgbClr val="3F3F3F"/>
                </a:solidFill>
                <a:latin typeface="Trebuchet MS"/>
                <a:cs typeface="Trebuchet MS"/>
              </a:rPr>
              <a:t>web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85" b="1">
                <a:solidFill>
                  <a:srgbClr val="3F3F3F"/>
                </a:solidFill>
                <a:latin typeface="Trebuchet MS"/>
                <a:cs typeface="Trebuchet MS"/>
              </a:rPr>
              <a:t>funcional</a:t>
            </a:r>
            <a:r>
              <a:rPr dirty="0" sz="2400" spc="-10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5" b="1">
                <a:solidFill>
                  <a:srgbClr val="3F3F3F"/>
                </a:solidFill>
                <a:latin typeface="Trebuchet MS"/>
                <a:cs typeface="Trebuchet MS"/>
              </a:rPr>
              <a:t>y</a:t>
            </a:r>
            <a:r>
              <a:rPr dirty="0" sz="2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50" b="1">
                <a:solidFill>
                  <a:srgbClr val="3F3F3F"/>
                </a:solidFill>
                <a:latin typeface="Trebuchet MS"/>
                <a:cs typeface="Trebuchet MS"/>
              </a:rPr>
              <a:t>auditable.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55542" y="2481099"/>
            <a:ext cx="2432457" cy="6413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9325" y="8666750"/>
            <a:ext cx="2689093" cy="7185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67018" y="8819222"/>
            <a:ext cx="2005964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25" b="1">
                <a:solidFill>
                  <a:srgbClr val="FFFFFF"/>
                </a:solidFill>
                <a:latin typeface="Tahoma"/>
                <a:cs typeface="Tahoma"/>
              </a:rPr>
              <a:t>Dental</a:t>
            </a:r>
            <a:r>
              <a:rPr dirty="0" sz="2350" spc="-1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-10" b="1">
                <a:solidFill>
                  <a:srgbClr val="FFFFFF"/>
                </a:solidFill>
                <a:latin typeface="Tahoma"/>
                <a:cs typeface="Tahoma"/>
              </a:rPr>
              <a:t>Match</a:t>
            </a:r>
            <a:endParaRPr sz="2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 txBox="1"/>
          <p:nvPr/>
        </p:nvSpPr>
        <p:spPr>
          <a:xfrm>
            <a:off x="16441142" y="602669"/>
            <a:ext cx="106743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ahoma"/>
                <a:cs typeface="Tahoma"/>
              </a:rPr>
              <a:t>Page-</a:t>
            </a:r>
            <a:r>
              <a:rPr dirty="0" sz="2200" spc="-25">
                <a:latin typeface="Tahoma"/>
                <a:cs typeface="Tahoma"/>
              </a:rPr>
              <a:t>07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13029564" y="2481099"/>
            <a:ext cx="5258435" cy="6522084"/>
            <a:chOff x="13029564" y="2481099"/>
            <a:chExt cx="5258435" cy="652208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55541" y="2481099"/>
              <a:ext cx="2432457" cy="641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029564" y="4801281"/>
              <a:ext cx="3597910" cy="4201795"/>
            </a:xfrm>
            <a:custGeom>
              <a:avLst/>
              <a:gdLst/>
              <a:ahLst/>
              <a:cxnLst/>
              <a:rect l="l" t="t" r="r" b="b"/>
              <a:pathLst>
                <a:path w="3597909" h="4201795">
                  <a:moveTo>
                    <a:pt x="3337076" y="4201710"/>
                  </a:moveTo>
                  <a:lnTo>
                    <a:pt x="260375" y="4201710"/>
                  </a:lnTo>
                  <a:lnTo>
                    <a:pt x="230318" y="4194998"/>
                  </a:lnTo>
                  <a:lnTo>
                    <a:pt x="187323" y="4178610"/>
                  </a:lnTo>
                  <a:lnTo>
                    <a:pt x="147510" y="4156535"/>
                  </a:lnTo>
                  <a:lnTo>
                    <a:pt x="111380" y="4129275"/>
                  </a:lnTo>
                  <a:lnTo>
                    <a:pt x="79435" y="4097329"/>
                  </a:lnTo>
                  <a:lnTo>
                    <a:pt x="52174" y="4061199"/>
                  </a:lnTo>
                  <a:lnTo>
                    <a:pt x="30099" y="4021386"/>
                  </a:lnTo>
                  <a:lnTo>
                    <a:pt x="13711" y="3978392"/>
                  </a:lnTo>
                  <a:lnTo>
                    <a:pt x="3511" y="3932716"/>
                  </a:lnTo>
                  <a:lnTo>
                    <a:pt x="0" y="3884860"/>
                  </a:lnTo>
                  <a:lnTo>
                    <a:pt x="0" y="323850"/>
                  </a:lnTo>
                  <a:lnTo>
                    <a:pt x="3511" y="275993"/>
                  </a:lnTo>
                  <a:lnTo>
                    <a:pt x="13711" y="230317"/>
                  </a:lnTo>
                  <a:lnTo>
                    <a:pt x="30099" y="187323"/>
                  </a:lnTo>
                  <a:lnTo>
                    <a:pt x="52174" y="147510"/>
                  </a:lnTo>
                  <a:lnTo>
                    <a:pt x="79435" y="111380"/>
                  </a:lnTo>
                  <a:lnTo>
                    <a:pt x="111380" y="79434"/>
                  </a:lnTo>
                  <a:lnTo>
                    <a:pt x="147510" y="52174"/>
                  </a:lnTo>
                  <a:lnTo>
                    <a:pt x="187323" y="30099"/>
                  </a:lnTo>
                  <a:lnTo>
                    <a:pt x="230318" y="13711"/>
                  </a:lnTo>
                  <a:lnTo>
                    <a:pt x="275994" y="3511"/>
                  </a:lnTo>
                  <a:lnTo>
                    <a:pt x="323850" y="0"/>
                  </a:lnTo>
                  <a:lnTo>
                    <a:pt x="3273601" y="0"/>
                  </a:lnTo>
                  <a:lnTo>
                    <a:pt x="3321457" y="3511"/>
                  </a:lnTo>
                  <a:lnTo>
                    <a:pt x="3367133" y="13711"/>
                  </a:lnTo>
                  <a:lnTo>
                    <a:pt x="3410128" y="30099"/>
                  </a:lnTo>
                  <a:lnTo>
                    <a:pt x="3449940" y="52174"/>
                  </a:lnTo>
                  <a:lnTo>
                    <a:pt x="3486070" y="79434"/>
                  </a:lnTo>
                  <a:lnTo>
                    <a:pt x="3518016" y="111380"/>
                  </a:lnTo>
                  <a:lnTo>
                    <a:pt x="3545276" y="147510"/>
                  </a:lnTo>
                  <a:lnTo>
                    <a:pt x="3567351" y="187323"/>
                  </a:lnTo>
                  <a:lnTo>
                    <a:pt x="3583739" y="230317"/>
                  </a:lnTo>
                  <a:lnTo>
                    <a:pt x="3593939" y="275993"/>
                  </a:lnTo>
                  <a:lnTo>
                    <a:pt x="3597451" y="323850"/>
                  </a:lnTo>
                  <a:lnTo>
                    <a:pt x="3597451" y="3884860"/>
                  </a:lnTo>
                  <a:lnTo>
                    <a:pt x="3593939" y="3932716"/>
                  </a:lnTo>
                  <a:lnTo>
                    <a:pt x="3583739" y="3978392"/>
                  </a:lnTo>
                  <a:lnTo>
                    <a:pt x="3567351" y="4021386"/>
                  </a:lnTo>
                  <a:lnTo>
                    <a:pt x="3545276" y="4061199"/>
                  </a:lnTo>
                  <a:lnTo>
                    <a:pt x="3518016" y="4097329"/>
                  </a:lnTo>
                  <a:lnTo>
                    <a:pt x="3486070" y="4129275"/>
                  </a:lnTo>
                  <a:lnTo>
                    <a:pt x="3449940" y="4156535"/>
                  </a:lnTo>
                  <a:lnTo>
                    <a:pt x="3410128" y="4178610"/>
                  </a:lnTo>
                  <a:lnTo>
                    <a:pt x="3367133" y="4194998"/>
                  </a:lnTo>
                  <a:lnTo>
                    <a:pt x="3337076" y="42017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796539" y="3663902"/>
              <a:ext cx="2065020" cy="2065020"/>
            </a:xfrm>
            <a:custGeom>
              <a:avLst/>
              <a:gdLst/>
              <a:ahLst/>
              <a:cxnLst/>
              <a:rect l="l" t="t" r="r" b="b"/>
              <a:pathLst>
                <a:path w="2065019" h="2065020">
                  <a:moveTo>
                    <a:pt x="1032468" y="2064937"/>
                  </a:moveTo>
                  <a:lnTo>
                    <a:pt x="983865" y="2063813"/>
                  </a:lnTo>
                  <a:lnTo>
                    <a:pt x="935840" y="2060475"/>
                  </a:lnTo>
                  <a:lnTo>
                    <a:pt x="888444" y="2054972"/>
                  </a:lnTo>
                  <a:lnTo>
                    <a:pt x="841724" y="2047353"/>
                  </a:lnTo>
                  <a:lnTo>
                    <a:pt x="795732" y="2037669"/>
                  </a:lnTo>
                  <a:lnTo>
                    <a:pt x="750517" y="2025968"/>
                  </a:lnTo>
                  <a:lnTo>
                    <a:pt x="706128" y="2012301"/>
                  </a:lnTo>
                  <a:lnTo>
                    <a:pt x="662615" y="1996717"/>
                  </a:lnTo>
                  <a:lnTo>
                    <a:pt x="620027" y="1979265"/>
                  </a:lnTo>
                  <a:lnTo>
                    <a:pt x="578414" y="1959996"/>
                  </a:lnTo>
                  <a:lnTo>
                    <a:pt x="537826" y="1938958"/>
                  </a:lnTo>
                  <a:lnTo>
                    <a:pt x="498312" y="1916201"/>
                  </a:lnTo>
                  <a:lnTo>
                    <a:pt x="459922" y="1891776"/>
                  </a:lnTo>
                  <a:lnTo>
                    <a:pt x="422705" y="1865730"/>
                  </a:lnTo>
                  <a:lnTo>
                    <a:pt x="386711" y="1838115"/>
                  </a:lnTo>
                  <a:lnTo>
                    <a:pt x="351990" y="1808980"/>
                  </a:lnTo>
                  <a:lnTo>
                    <a:pt x="318591" y="1778373"/>
                  </a:lnTo>
                  <a:lnTo>
                    <a:pt x="286563" y="1746345"/>
                  </a:lnTo>
                  <a:lnTo>
                    <a:pt x="255957" y="1712946"/>
                  </a:lnTo>
                  <a:lnTo>
                    <a:pt x="226821" y="1678225"/>
                  </a:lnTo>
                  <a:lnTo>
                    <a:pt x="199206" y="1642231"/>
                  </a:lnTo>
                  <a:lnTo>
                    <a:pt x="173161" y="1605014"/>
                  </a:lnTo>
                  <a:lnTo>
                    <a:pt x="148735" y="1566624"/>
                  </a:lnTo>
                  <a:lnTo>
                    <a:pt x="125979" y="1527110"/>
                  </a:lnTo>
                  <a:lnTo>
                    <a:pt x="104941" y="1486522"/>
                  </a:lnTo>
                  <a:lnTo>
                    <a:pt x="85671" y="1444909"/>
                  </a:lnTo>
                  <a:lnTo>
                    <a:pt x="68220" y="1402321"/>
                  </a:lnTo>
                  <a:lnTo>
                    <a:pt x="52635" y="1358808"/>
                  </a:lnTo>
                  <a:lnTo>
                    <a:pt x="38968" y="1314419"/>
                  </a:lnTo>
                  <a:lnTo>
                    <a:pt x="27268" y="1269204"/>
                  </a:lnTo>
                  <a:lnTo>
                    <a:pt x="17583" y="1223212"/>
                  </a:lnTo>
                  <a:lnTo>
                    <a:pt x="9965" y="1176493"/>
                  </a:lnTo>
                  <a:lnTo>
                    <a:pt x="4462" y="1129096"/>
                  </a:lnTo>
                  <a:lnTo>
                    <a:pt x="1123" y="1081071"/>
                  </a:lnTo>
                  <a:lnTo>
                    <a:pt x="0" y="1032468"/>
                  </a:lnTo>
                  <a:lnTo>
                    <a:pt x="1123" y="983865"/>
                  </a:lnTo>
                  <a:lnTo>
                    <a:pt x="4462" y="935841"/>
                  </a:lnTo>
                  <a:lnTo>
                    <a:pt x="9965" y="888444"/>
                  </a:lnTo>
                  <a:lnTo>
                    <a:pt x="17583" y="841725"/>
                  </a:lnTo>
                  <a:lnTo>
                    <a:pt x="27268" y="795733"/>
                  </a:lnTo>
                  <a:lnTo>
                    <a:pt x="38968" y="750517"/>
                  </a:lnTo>
                  <a:lnTo>
                    <a:pt x="52635" y="706128"/>
                  </a:lnTo>
                  <a:lnTo>
                    <a:pt x="68220" y="662615"/>
                  </a:lnTo>
                  <a:lnTo>
                    <a:pt x="85671" y="620027"/>
                  </a:lnTo>
                  <a:lnTo>
                    <a:pt x="104941" y="578415"/>
                  </a:lnTo>
                  <a:lnTo>
                    <a:pt x="125979" y="537827"/>
                  </a:lnTo>
                  <a:lnTo>
                    <a:pt x="148735" y="498313"/>
                  </a:lnTo>
                  <a:lnTo>
                    <a:pt x="173161" y="459922"/>
                  </a:lnTo>
                  <a:lnTo>
                    <a:pt x="199206" y="422706"/>
                  </a:lnTo>
                  <a:lnTo>
                    <a:pt x="226821" y="386712"/>
                  </a:lnTo>
                  <a:lnTo>
                    <a:pt x="255957" y="351990"/>
                  </a:lnTo>
                  <a:lnTo>
                    <a:pt x="286563" y="318591"/>
                  </a:lnTo>
                  <a:lnTo>
                    <a:pt x="318591" y="286563"/>
                  </a:lnTo>
                  <a:lnTo>
                    <a:pt x="351990" y="255957"/>
                  </a:lnTo>
                  <a:lnTo>
                    <a:pt x="386711" y="226821"/>
                  </a:lnTo>
                  <a:lnTo>
                    <a:pt x="422705" y="199206"/>
                  </a:lnTo>
                  <a:lnTo>
                    <a:pt x="459922" y="173161"/>
                  </a:lnTo>
                  <a:lnTo>
                    <a:pt x="498312" y="148735"/>
                  </a:lnTo>
                  <a:lnTo>
                    <a:pt x="537826" y="125979"/>
                  </a:lnTo>
                  <a:lnTo>
                    <a:pt x="578414" y="104941"/>
                  </a:lnTo>
                  <a:lnTo>
                    <a:pt x="620027" y="85671"/>
                  </a:lnTo>
                  <a:lnTo>
                    <a:pt x="662615" y="68220"/>
                  </a:lnTo>
                  <a:lnTo>
                    <a:pt x="706128" y="52635"/>
                  </a:lnTo>
                  <a:lnTo>
                    <a:pt x="750517" y="38968"/>
                  </a:lnTo>
                  <a:lnTo>
                    <a:pt x="795732" y="27268"/>
                  </a:lnTo>
                  <a:lnTo>
                    <a:pt x="841724" y="17583"/>
                  </a:lnTo>
                  <a:lnTo>
                    <a:pt x="888444" y="9965"/>
                  </a:lnTo>
                  <a:lnTo>
                    <a:pt x="935840" y="4462"/>
                  </a:lnTo>
                  <a:lnTo>
                    <a:pt x="983865" y="1123"/>
                  </a:lnTo>
                  <a:lnTo>
                    <a:pt x="1032468" y="0"/>
                  </a:lnTo>
                  <a:lnTo>
                    <a:pt x="1081071" y="1123"/>
                  </a:lnTo>
                  <a:lnTo>
                    <a:pt x="1129096" y="4462"/>
                  </a:lnTo>
                  <a:lnTo>
                    <a:pt x="1176493" y="9965"/>
                  </a:lnTo>
                  <a:lnTo>
                    <a:pt x="1223212" y="17583"/>
                  </a:lnTo>
                  <a:lnTo>
                    <a:pt x="1269204" y="27268"/>
                  </a:lnTo>
                  <a:lnTo>
                    <a:pt x="1314419" y="38968"/>
                  </a:lnTo>
                  <a:lnTo>
                    <a:pt x="1358808" y="52635"/>
                  </a:lnTo>
                  <a:lnTo>
                    <a:pt x="1402321" y="68220"/>
                  </a:lnTo>
                  <a:lnTo>
                    <a:pt x="1444909" y="85671"/>
                  </a:lnTo>
                  <a:lnTo>
                    <a:pt x="1486522" y="104941"/>
                  </a:lnTo>
                  <a:lnTo>
                    <a:pt x="1527110" y="125979"/>
                  </a:lnTo>
                  <a:lnTo>
                    <a:pt x="1566624" y="148735"/>
                  </a:lnTo>
                  <a:lnTo>
                    <a:pt x="1605014" y="173161"/>
                  </a:lnTo>
                  <a:lnTo>
                    <a:pt x="1642231" y="199206"/>
                  </a:lnTo>
                  <a:lnTo>
                    <a:pt x="1678225" y="226821"/>
                  </a:lnTo>
                  <a:lnTo>
                    <a:pt x="1712946" y="255957"/>
                  </a:lnTo>
                  <a:lnTo>
                    <a:pt x="1746345" y="286563"/>
                  </a:lnTo>
                  <a:lnTo>
                    <a:pt x="1778373" y="318591"/>
                  </a:lnTo>
                  <a:lnTo>
                    <a:pt x="1808979" y="351990"/>
                  </a:lnTo>
                  <a:lnTo>
                    <a:pt x="1838115" y="386712"/>
                  </a:lnTo>
                  <a:lnTo>
                    <a:pt x="1865730" y="422706"/>
                  </a:lnTo>
                  <a:lnTo>
                    <a:pt x="1891775" y="459922"/>
                  </a:lnTo>
                  <a:lnTo>
                    <a:pt x="1916201" y="498313"/>
                  </a:lnTo>
                  <a:lnTo>
                    <a:pt x="1938957" y="537827"/>
                  </a:lnTo>
                  <a:lnTo>
                    <a:pt x="1959995" y="578415"/>
                  </a:lnTo>
                  <a:lnTo>
                    <a:pt x="1979265" y="620027"/>
                  </a:lnTo>
                  <a:lnTo>
                    <a:pt x="1996716" y="662615"/>
                  </a:lnTo>
                  <a:lnTo>
                    <a:pt x="2012301" y="706128"/>
                  </a:lnTo>
                  <a:lnTo>
                    <a:pt x="2025968" y="750517"/>
                  </a:lnTo>
                  <a:lnTo>
                    <a:pt x="2037668" y="795733"/>
                  </a:lnTo>
                  <a:lnTo>
                    <a:pt x="2047353" y="841725"/>
                  </a:lnTo>
                  <a:lnTo>
                    <a:pt x="2054971" y="888444"/>
                  </a:lnTo>
                  <a:lnTo>
                    <a:pt x="2060474" y="935841"/>
                  </a:lnTo>
                  <a:lnTo>
                    <a:pt x="2063813" y="983865"/>
                  </a:lnTo>
                  <a:lnTo>
                    <a:pt x="2064936" y="1032468"/>
                  </a:lnTo>
                  <a:lnTo>
                    <a:pt x="2063813" y="1081071"/>
                  </a:lnTo>
                  <a:lnTo>
                    <a:pt x="2060474" y="1129096"/>
                  </a:lnTo>
                  <a:lnTo>
                    <a:pt x="2054971" y="1176493"/>
                  </a:lnTo>
                  <a:lnTo>
                    <a:pt x="2047353" y="1223212"/>
                  </a:lnTo>
                  <a:lnTo>
                    <a:pt x="2037668" y="1269204"/>
                  </a:lnTo>
                  <a:lnTo>
                    <a:pt x="2025968" y="1314419"/>
                  </a:lnTo>
                  <a:lnTo>
                    <a:pt x="2012301" y="1358808"/>
                  </a:lnTo>
                  <a:lnTo>
                    <a:pt x="1996716" y="1402321"/>
                  </a:lnTo>
                  <a:lnTo>
                    <a:pt x="1979265" y="1444909"/>
                  </a:lnTo>
                  <a:lnTo>
                    <a:pt x="1959995" y="1486522"/>
                  </a:lnTo>
                  <a:lnTo>
                    <a:pt x="1938957" y="1527110"/>
                  </a:lnTo>
                  <a:lnTo>
                    <a:pt x="1916201" y="1566624"/>
                  </a:lnTo>
                  <a:lnTo>
                    <a:pt x="1891775" y="1605014"/>
                  </a:lnTo>
                  <a:lnTo>
                    <a:pt x="1865730" y="1642231"/>
                  </a:lnTo>
                  <a:lnTo>
                    <a:pt x="1838115" y="1678225"/>
                  </a:lnTo>
                  <a:lnTo>
                    <a:pt x="1808979" y="1712946"/>
                  </a:lnTo>
                  <a:lnTo>
                    <a:pt x="1778373" y="1746345"/>
                  </a:lnTo>
                  <a:lnTo>
                    <a:pt x="1746345" y="1778373"/>
                  </a:lnTo>
                  <a:lnTo>
                    <a:pt x="1712946" y="1808980"/>
                  </a:lnTo>
                  <a:lnTo>
                    <a:pt x="1678225" y="1838115"/>
                  </a:lnTo>
                  <a:lnTo>
                    <a:pt x="1642231" y="1865730"/>
                  </a:lnTo>
                  <a:lnTo>
                    <a:pt x="1605014" y="1891776"/>
                  </a:lnTo>
                  <a:lnTo>
                    <a:pt x="1566624" y="1916201"/>
                  </a:lnTo>
                  <a:lnTo>
                    <a:pt x="1527110" y="1938958"/>
                  </a:lnTo>
                  <a:lnTo>
                    <a:pt x="1486522" y="1959996"/>
                  </a:lnTo>
                  <a:lnTo>
                    <a:pt x="1444909" y="1979265"/>
                  </a:lnTo>
                  <a:lnTo>
                    <a:pt x="1402321" y="1996717"/>
                  </a:lnTo>
                  <a:lnTo>
                    <a:pt x="1358808" y="2012301"/>
                  </a:lnTo>
                  <a:lnTo>
                    <a:pt x="1314419" y="2025968"/>
                  </a:lnTo>
                  <a:lnTo>
                    <a:pt x="1269204" y="2037669"/>
                  </a:lnTo>
                  <a:lnTo>
                    <a:pt x="1223212" y="2047353"/>
                  </a:lnTo>
                  <a:lnTo>
                    <a:pt x="1176493" y="2054972"/>
                  </a:lnTo>
                  <a:lnTo>
                    <a:pt x="1129096" y="2060475"/>
                  </a:lnTo>
                  <a:lnTo>
                    <a:pt x="1081071" y="2063813"/>
                  </a:lnTo>
                  <a:lnTo>
                    <a:pt x="1032468" y="2064937"/>
                  </a:lnTo>
                  <a:close/>
                </a:path>
              </a:pathLst>
            </a:custGeom>
            <a:solidFill>
              <a:srgbClr val="EC99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28650" y="4145458"/>
              <a:ext cx="1466849" cy="128587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718171" y="1601968"/>
            <a:ext cx="8851900" cy="116776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0" spc="130"/>
              <a:t>Stack</a:t>
            </a:r>
            <a:r>
              <a:rPr dirty="0" sz="7500" spc="-195"/>
              <a:t> </a:t>
            </a:r>
            <a:r>
              <a:rPr dirty="0" sz="7500" spc="-865"/>
              <a:t>T</a:t>
            </a:r>
            <a:r>
              <a:rPr dirty="0" sz="7500" spc="155"/>
              <a:t>ec</a:t>
            </a:r>
            <a:r>
              <a:rPr dirty="0" sz="7500" spc="150"/>
              <a:t>n</a:t>
            </a:r>
            <a:r>
              <a:rPr dirty="0" sz="7500" spc="155"/>
              <a:t>o</a:t>
            </a:r>
            <a:r>
              <a:rPr dirty="0" sz="7500" spc="20"/>
              <a:t>l</a:t>
            </a:r>
            <a:r>
              <a:rPr dirty="0" sz="7500" spc="155"/>
              <a:t>óg</a:t>
            </a:r>
            <a:r>
              <a:rPr dirty="0" sz="7500" spc="150"/>
              <a:t>i</a:t>
            </a:r>
            <a:r>
              <a:rPr dirty="0" sz="7500" spc="155"/>
              <a:t>c</a:t>
            </a:r>
            <a:r>
              <a:rPr dirty="0" sz="7500" spc="160"/>
              <a:t>o</a:t>
            </a:r>
            <a:endParaRPr sz="7500"/>
          </a:p>
        </p:txBody>
      </p:sp>
      <p:grpSp>
        <p:nvGrpSpPr>
          <p:cNvPr id="8" name="object 8"/>
          <p:cNvGrpSpPr/>
          <p:nvPr/>
        </p:nvGrpSpPr>
        <p:grpSpPr>
          <a:xfrm>
            <a:off x="1598383" y="3747254"/>
            <a:ext cx="3597910" cy="5272405"/>
            <a:chOff x="1598383" y="3747254"/>
            <a:chExt cx="3597910" cy="5272405"/>
          </a:xfrm>
        </p:grpSpPr>
        <p:sp>
          <p:nvSpPr>
            <p:cNvPr id="9" name="object 9"/>
            <p:cNvSpPr/>
            <p:nvPr/>
          </p:nvSpPr>
          <p:spPr>
            <a:xfrm>
              <a:off x="1598383" y="4817335"/>
              <a:ext cx="3597910" cy="4201795"/>
            </a:xfrm>
            <a:custGeom>
              <a:avLst/>
              <a:gdLst/>
              <a:ahLst/>
              <a:cxnLst/>
              <a:rect l="l" t="t" r="r" b="b"/>
              <a:pathLst>
                <a:path w="3597910" h="4201795">
                  <a:moveTo>
                    <a:pt x="3337076" y="4201710"/>
                  </a:moveTo>
                  <a:lnTo>
                    <a:pt x="260374" y="4201710"/>
                  </a:lnTo>
                  <a:lnTo>
                    <a:pt x="230317" y="4194998"/>
                  </a:lnTo>
                  <a:lnTo>
                    <a:pt x="187323" y="4178610"/>
                  </a:lnTo>
                  <a:lnTo>
                    <a:pt x="147510" y="4156535"/>
                  </a:lnTo>
                  <a:lnTo>
                    <a:pt x="111380" y="4129275"/>
                  </a:lnTo>
                  <a:lnTo>
                    <a:pt x="79434" y="4097329"/>
                  </a:lnTo>
                  <a:lnTo>
                    <a:pt x="52174" y="4061199"/>
                  </a:lnTo>
                  <a:lnTo>
                    <a:pt x="30099" y="4021386"/>
                  </a:lnTo>
                  <a:lnTo>
                    <a:pt x="13711" y="3978392"/>
                  </a:lnTo>
                  <a:lnTo>
                    <a:pt x="3511" y="3932716"/>
                  </a:lnTo>
                  <a:lnTo>
                    <a:pt x="0" y="3884860"/>
                  </a:lnTo>
                  <a:lnTo>
                    <a:pt x="0" y="323850"/>
                  </a:lnTo>
                  <a:lnTo>
                    <a:pt x="3511" y="275993"/>
                  </a:lnTo>
                  <a:lnTo>
                    <a:pt x="13711" y="230317"/>
                  </a:lnTo>
                  <a:lnTo>
                    <a:pt x="30099" y="187323"/>
                  </a:lnTo>
                  <a:lnTo>
                    <a:pt x="52174" y="147510"/>
                  </a:lnTo>
                  <a:lnTo>
                    <a:pt x="79434" y="111380"/>
                  </a:lnTo>
                  <a:lnTo>
                    <a:pt x="111380" y="79434"/>
                  </a:lnTo>
                  <a:lnTo>
                    <a:pt x="147510" y="52174"/>
                  </a:lnTo>
                  <a:lnTo>
                    <a:pt x="187323" y="30099"/>
                  </a:lnTo>
                  <a:lnTo>
                    <a:pt x="230317" y="13711"/>
                  </a:lnTo>
                  <a:lnTo>
                    <a:pt x="275993" y="3511"/>
                  </a:lnTo>
                  <a:lnTo>
                    <a:pt x="323850" y="0"/>
                  </a:lnTo>
                  <a:lnTo>
                    <a:pt x="3273601" y="0"/>
                  </a:lnTo>
                  <a:lnTo>
                    <a:pt x="3321457" y="3511"/>
                  </a:lnTo>
                  <a:lnTo>
                    <a:pt x="3367133" y="13711"/>
                  </a:lnTo>
                  <a:lnTo>
                    <a:pt x="3410128" y="30099"/>
                  </a:lnTo>
                  <a:lnTo>
                    <a:pt x="3449941" y="52174"/>
                  </a:lnTo>
                  <a:lnTo>
                    <a:pt x="3486070" y="79434"/>
                  </a:lnTo>
                  <a:lnTo>
                    <a:pt x="3518016" y="111380"/>
                  </a:lnTo>
                  <a:lnTo>
                    <a:pt x="3545277" y="147510"/>
                  </a:lnTo>
                  <a:lnTo>
                    <a:pt x="3567352" y="187323"/>
                  </a:lnTo>
                  <a:lnTo>
                    <a:pt x="3583740" y="230317"/>
                  </a:lnTo>
                  <a:lnTo>
                    <a:pt x="3593940" y="275993"/>
                  </a:lnTo>
                  <a:lnTo>
                    <a:pt x="3597451" y="323850"/>
                  </a:lnTo>
                  <a:lnTo>
                    <a:pt x="3597451" y="3884860"/>
                  </a:lnTo>
                  <a:lnTo>
                    <a:pt x="3593940" y="3932716"/>
                  </a:lnTo>
                  <a:lnTo>
                    <a:pt x="3583740" y="3978392"/>
                  </a:lnTo>
                  <a:lnTo>
                    <a:pt x="3567352" y="4021386"/>
                  </a:lnTo>
                  <a:lnTo>
                    <a:pt x="3545277" y="4061199"/>
                  </a:lnTo>
                  <a:lnTo>
                    <a:pt x="3518016" y="4097329"/>
                  </a:lnTo>
                  <a:lnTo>
                    <a:pt x="3486070" y="4129275"/>
                  </a:lnTo>
                  <a:lnTo>
                    <a:pt x="3449941" y="4156535"/>
                  </a:lnTo>
                  <a:lnTo>
                    <a:pt x="3410128" y="4178610"/>
                  </a:lnTo>
                  <a:lnTo>
                    <a:pt x="3367133" y="4194998"/>
                  </a:lnTo>
                  <a:lnTo>
                    <a:pt x="3337076" y="42017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364640" y="3747254"/>
              <a:ext cx="2065020" cy="2065020"/>
            </a:xfrm>
            <a:custGeom>
              <a:avLst/>
              <a:gdLst/>
              <a:ahLst/>
              <a:cxnLst/>
              <a:rect l="l" t="t" r="r" b="b"/>
              <a:pathLst>
                <a:path w="2065020" h="2065020">
                  <a:moveTo>
                    <a:pt x="1032468" y="2064937"/>
                  </a:moveTo>
                  <a:lnTo>
                    <a:pt x="983865" y="2063813"/>
                  </a:lnTo>
                  <a:lnTo>
                    <a:pt x="935841" y="2060475"/>
                  </a:lnTo>
                  <a:lnTo>
                    <a:pt x="888444" y="2054972"/>
                  </a:lnTo>
                  <a:lnTo>
                    <a:pt x="841725" y="2047353"/>
                  </a:lnTo>
                  <a:lnTo>
                    <a:pt x="795733" y="2037669"/>
                  </a:lnTo>
                  <a:lnTo>
                    <a:pt x="750517" y="2025968"/>
                  </a:lnTo>
                  <a:lnTo>
                    <a:pt x="706128" y="2012301"/>
                  </a:lnTo>
                  <a:lnTo>
                    <a:pt x="662615" y="1996717"/>
                  </a:lnTo>
                  <a:lnTo>
                    <a:pt x="620027" y="1979265"/>
                  </a:lnTo>
                  <a:lnTo>
                    <a:pt x="578415" y="1959996"/>
                  </a:lnTo>
                  <a:lnTo>
                    <a:pt x="537827" y="1938958"/>
                  </a:lnTo>
                  <a:lnTo>
                    <a:pt x="498313" y="1916201"/>
                  </a:lnTo>
                  <a:lnTo>
                    <a:pt x="459922" y="1891776"/>
                  </a:lnTo>
                  <a:lnTo>
                    <a:pt x="422706" y="1865730"/>
                  </a:lnTo>
                  <a:lnTo>
                    <a:pt x="386712" y="1838115"/>
                  </a:lnTo>
                  <a:lnTo>
                    <a:pt x="351990" y="1808980"/>
                  </a:lnTo>
                  <a:lnTo>
                    <a:pt x="318591" y="1778373"/>
                  </a:lnTo>
                  <a:lnTo>
                    <a:pt x="286563" y="1746346"/>
                  </a:lnTo>
                  <a:lnTo>
                    <a:pt x="255957" y="1712946"/>
                  </a:lnTo>
                  <a:lnTo>
                    <a:pt x="226821" y="1678225"/>
                  </a:lnTo>
                  <a:lnTo>
                    <a:pt x="199206" y="1642231"/>
                  </a:lnTo>
                  <a:lnTo>
                    <a:pt x="173161" y="1605014"/>
                  </a:lnTo>
                  <a:lnTo>
                    <a:pt x="148735" y="1566624"/>
                  </a:lnTo>
                  <a:lnTo>
                    <a:pt x="125979" y="1527110"/>
                  </a:lnTo>
                  <a:lnTo>
                    <a:pt x="104941" y="1486522"/>
                  </a:lnTo>
                  <a:lnTo>
                    <a:pt x="85671" y="1444909"/>
                  </a:lnTo>
                  <a:lnTo>
                    <a:pt x="68220" y="1402321"/>
                  </a:lnTo>
                  <a:lnTo>
                    <a:pt x="52635" y="1358808"/>
                  </a:lnTo>
                  <a:lnTo>
                    <a:pt x="38968" y="1314419"/>
                  </a:lnTo>
                  <a:lnTo>
                    <a:pt x="27268" y="1269204"/>
                  </a:lnTo>
                  <a:lnTo>
                    <a:pt x="17583" y="1223212"/>
                  </a:lnTo>
                  <a:lnTo>
                    <a:pt x="9965" y="1176493"/>
                  </a:lnTo>
                  <a:lnTo>
                    <a:pt x="4462" y="1129096"/>
                  </a:lnTo>
                  <a:lnTo>
                    <a:pt x="1123" y="1081071"/>
                  </a:lnTo>
                  <a:lnTo>
                    <a:pt x="0" y="1032468"/>
                  </a:lnTo>
                  <a:lnTo>
                    <a:pt x="1123" y="983865"/>
                  </a:lnTo>
                  <a:lnTo>
                    <a:pt x="4462" y="935841"/>
                  </a:lnTo>
                  <a:lnTo>
                    <a:pt x="9965" y="888444"/>
                  </a:lnTo>
                  <a:lnTo>
                    <a:pt x="17583" y="841725"/>
                  </a:lnTo>
                  <a:lnTo>
                    <a:pt x="27268" y="795733"/>
                  </a:lnTo>
                  <a:lnTo>
                    <a:pt x="38968" y="750517"/>
                  </a:lnTo>
                  <a:lnTo>
                    <a:pt x="52635" y="706128"/>
                  </a:lnTo>
                  <a:lnTo>
                    <a:pt x="68220" y="662615"/>
                  </a:lnTo>
                  <a:lnTo>
                    <a:pt x="85671" y="620027"/>
                  </a:lnTo>
                  <a:lnTo>
                    <a:pt x="104941" y="578415"/>
                  </a:lnTo>
                  <a:lnTo>
                    <a:pt x="125979" y="537827"/>
                  </a:lnTo>
                  <a:lnTo>
                    <a:pt x="148735" y="498313"/>
                  </a:lnTo>
                  <a:lnTo>
                    <a:pt x="173161" y="459922"/>
                  </a:lnTo>
                  <a:lnTo>
                    <a:pt x="199206" y="422706"/>
                  </a:lnTo>
                  <a:lnTo>
                    <a:pt x="226821" y="386712"/>
                  </a:lnTo>
                  <a:lnTo>
                    <a:pt x="255957" y="351990"/>
                  </a:lnTo>
                  <a:lnTo>
                    <a:pt x="286563" y="318591"/>
                  </a:lnTo>
                  <a:lnTo>
                    <a:pt x="318591" y="286563"/>
                  </a:lnTo>
                  <a:lnTo>
                    <a:pt x="351990" y="255957"/>
                  </a:lnTo>
                  <a:lnTo>
                    <a:pt x="386712" y="226821"/>
                  </a:lnTo>
                  <a:lnTo>
                    <a:pt x="422706" y="199206"/>
                  </a:lnTo>
                  <a:lnTo>
                    <a:pt x="459922" y="173161"/>
                  </a:lnTo>
                  <a:lnTo>
                    <a:pt x="498313" y="148735"/>
                  </a:lnTo>
                  <a:lnTo>
                    <a:pt x="537827" y="125979"/>
                  </a:lnTo>
                  <a:lnTo>
                    <a:pt x="578415" y="104941"/>
                  </a:lnTo>
                  <a:lnTo>
                    <a:pt x="620027" y="85671"/>
                  </a:lnTo>
                  <a:lnTo>
                    <a:pt x="662615" y="68220"/>
                  </a:lnTo>
                  <a:lnTo>
                    <a:pt x="706128" y="52635"/>
                  </a:lnTo>
                  <a:lnTo>
                    <a:pt x="750517" y="38968"/>
                  </a:lnTo>
                  <a:lnTo>
                    <a:pt x="795733" y="27268"/>
                  </a:lnTo>
                  <a:lnTo>
                    <a:pt x="841725" y="17583"/>
                  </a:lnTo>
                  <a:lnTo>
                    <a:pt x="888444" y="9965"/>
                  </a:lnTo>
                  <a:lnTo>
                    <a:pt x="935841" y="4462"/>
                  </a:lnTo>
                  <a:lnTo>
                    <a:pt x="983865" y="1123"/>
                  </a:lnTo>
                  <a:lnTo>
                    <a:pt x="1032468" y="0"/>
                  </a:lnTo>
                  <a:lnTo>
                    <a:pt x="1081071" y="1123"/>
                  </a:lnTo>
                  <a:lnTo>
                    <a:pt x="1129096" y="4462"/>
                  </a:lnTo>
                  <a:lnTo>
                    <a:pt x="1176493" y="9965"/>
                  </a:lnTo>
                  <a:lnTo>
                    <a:pt x="1223212" y="17583"/>
                  </a:lnTo>
                  <a:lnTo>
                    <a:pt x="1269204" y="27268"/>
                  </a:lnTo>
                  <a:lnTo>
                    <a:pt x="1314419" y="38968"/>
                  </a:lnTo>
                  <a:lnTo>
                    <a:pt x="1358808" y="52635"/>
                  </a:lnTo>
                  <a:lnTo>
                    <a:pt x="1402321" y="68220"/>
                  </a:lnTo>
                  <a:lnTo>
                    <a:pt x="1444909" y="85671"/>
                  </a:lnTo>
                  <a:lnTo>
                    <a:pt x="1486522" y="104941"/>
                  </a:lnTo>
                  <a:lnTo>
                    <a:pt x="1527110" y="125979"/>
                  </a:lnTo>
                  <a:lnTo>
                    <a:pt x="1566624" y="148735"/>
                  </a:lnTo>
                  <a:lnTo>
                    <a:pt x="1605014" y="173161"/>
                  </a:lnTo>
                  <a:lnTo>
                    <a:pt x="1642231" y="199206"/>
                  </a:lnTo>
                  <a:lnTo>
                    <a:pt x="1678225" y="226821"/>
                  </a:lnTo>
                  <a:lnTo>
                    <a:pt x="1712946" y="255957"/>
                  </a:lnTo>
                  <a:lnTo>
                    <a:pt x="1746345" y="286563"/>
                  </a:lnTo>
                  <a:lnTo>
                    <a:pt x="1778373" y="318591"/>
                  </a:lnTo>
                  <a:lnTo>
                    <a:pt x="1808980" y="351990"/>
                  </a:lnTo>
                  <a:lnTo>
                    <a:pt x="1838115" y="386712"/>
                  </a:lnTo>
                  <a:lnTo>
                    <a:pt x="1865730" y="422706"/>
                  </a:lnTo>
                  <a:lnTo>
                    <a:pt x="1891776" y="459922"/>
                  </a:lnTo>
                  <a:lnTo>
                    <a:pt x="1916201" y="498313"/>
                  </a:lnTo>
                  <a:lnTo>
                    <a:pt x="1938958" y="537827"/>
                  </a:lnTo>
                  <a:lnTo>
                    <a:pt x="1959996" y="578415"/>
                  </a:lnTo>
                  <a:lnTo>
                    <a:pt x="1979265" y="620027"/>
                  </a:lnTo>
                  <a:lnTo>
                    <a:pt x="1996717" y="662615"/>
                  </a:lnTo>
                  <a:lnTo>
                    <a:pt x="2012301" y="706128"/>
                  </a:lnTo>
                  <a:lnTo>
                    <a:pt x="2025968" y="750517"/>
                  </a:lnTo>
                  <a:lnTo>
                    <a:pt x="2037669" y="795733"/>
                  </a:lnTo>
                  <a:lnTo>
                    <a:pt x="2047353" y="841725"/>
                  </a:lnTo>
                  <a:lnTo>
                    <a:pt x="2054972" y="888444"/>
                  </a:lnTo>
                  <a:lnTo>
                    <a:pt x="2060475" y="935841"/>
                  </a:lnTo>
                  <a:lnTo>
                    <a:pt x="2063813" y="983865"/>
                  </a:lnTo>
                  <a:lnTo>
                    <a:pt x="2064937" y="1032468"/>
                  </a:lnTo>
                  <a:lnTo>
                    <a:pt x="2063813" y="1081071"/>
                  </a:lnTo>
                  <a:lnTo>
                    <a:pt x="2060475" y="1129096"/>
                  </a:lnTo>
                  <a:lnTo>
                    <a:pt x="2054972" y="1176493"/>
                  </a:lnTo>
                  <a:lnTo>
                    <a:pt x="2047353" y="1223212"/>
                  </a:lnTo>
                  <a:lnTo>
                    <a:pt x="2037669" y="1269204"/>
                  </a:lnTo>
                  <a:lnTo>
                    <a:pt x="2025968" y="1314419"/>
                  </a:lnTo>
                  <a:lnTo>
                    <a:pt x="2012301" y="1358808"/>
                  </a:lnTo>
                  <a:lnTo>
                    <a:pt x="1996717" y="1402321"/>
                  </a:lnTo>
                  <a:lnTo>
                    <a:pt x="1979265" y="1444909"/>
                  </a:lnTo>
                  <a:lnTo>
                    <a:pt x="1959996" y="1486522"/>
                  </a:lnTo>
                  <a:lnTo>
                    <a:pt x="1938958" y="1527110"/>
                  </a:lnTo>
                  <a:lnTo>
                    <a:pt x="1916201" y="1566624"/>
                  </a:lnTo>
                  <a:lnTo>
                    <a:pt x="1891776" y="1605014"/>
                  </a:lnTo>
                  <a:lnTo>
                    <a:pt x="1865730" y="1642231"/>
                  </a:lnTo>
                  <a:lnTo>
                    <a:pt x="1838115" y="1678225"/>
                  </a:lnTo>
                  <a:lnTo>
                    <a:pt x="1808980" y="1712946"/>
                  </a:lnTo>
                  <a:lnTo>
                    <a:pt x="1778373" y="1746346"/>
                  </a:lnTo>
                  <a:lnTo>
                    <a:pt x="1746345" y="1778373"/>
                  </a:lnTo>
                  <a:lnTo>
                    <a:pt x="1712946" y="1808980"/>
                  </a:lnTo>
                  <a:lnTo>
                    <a:pt x="1678225" y="1838115"/>
                  </a:lnTo>
                  <a:lnTo>
                    <a:pt x="1642231" y="1865730"/>
                  </a:lnTo>
                  <a:lnTo>
                    <a:pt x="1605014" y="1891776"/>
                  </a:lnTo>
                  <a:lnTo>
                    <a:pt x="1566624" y="1916201"/>
                  </a:lnTo>
                  <a:lnTo>
                    <a:pt x="1527110" y="1938958"/>
                  </a:lnTo>
                  <a:lnTo>
                    <a:pt x="1486522" y="1959996"/>
                  </a:lnTo>
                  <a:lnTo>
                    <a:pt x="1444909" y="1979265"/>
                  </a:lnTo>
                  <a:lnTo>
                    <a:pt x="1402321" y="1996717"/>
                  </a:lnTo>
                  <a:lnTo>
                    <a:pt x="1358808" y="2012301"/>
                  </a:lnTo>
                  <a:lnTo>
                    <a:pt x="1314419" y="2025968"/>
                  </a:lnTo>
                  <a:lnTo>
                    <a:pt x="1269204" y="2037669"/>
                  </a:lnTo>
                  <a:lnTo>
                    <a:pt x="1223212" y="2047353"/>
                  </a:lnTo>
                  <a:lnTo>
                    <a:pt x="1176493" y="2054972"/>
                  </a:lnTo>
                  <a:lnTo>
                    <a:pt x="1129096" y="2060475"/>
                  </a:lnTo>
                  <a:lnTo>
                    <a:pt x="1081071" y="2063813"/>
                  </a:lnTo>
                  <a:lnTo>
                    <a:pt x="1032468" y="2064937"/>
                  </a:lnTo>
                  <a:close/>
                </a:path>
              </a:pathLst>
            </a:custGeom>
            <a:solidFill>
              <a:srgbClr val="5CE1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9133" y="4288392"/>
              <a:ext cx="1238249" cy="109537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183785" y="6282968"/>
            <a:ext cx="2432050" cy="26301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200" spc="55" b="1">
                <a:solidFill>
                  <a:srgbClr val="3F3F3F"/>
                </a:solidFill>
                <a:latin typeface="Trebuchet MS"/>
                <a:cs typeface="Trebuchet MS"/>
              </a:rPr>
              <a:t>Frontend</a:t>
            </a:r>
            <a:endParaRPr sz="2200">
              <a:latin typeface="Trebuchet MS"/>
              <a:cs typeface="Trebuchet MS"/>
            </a:endParaRPr>
          </a:p>
          <a:p>
            <a:pPr algn="ctr" marL="12065" marR="5080">
              <a:lnSpc>
                <a:spcPct val="116799"/>
              </a:lnSpc>
              <a:spcBef>
                <a:spcPts val="1745"/>
              </a:spcBef>
            </a:pPr>
            <a:r>
              <a:rPr dirty="0" sz="2300">
                <a:solidFill>
                  <a:srgbClr val="3F3F3F"/>
                </a:solidFill>
                <a:latin typeface="Tahoma"/>
                <a:cs typeface="Tahoma"/>
              </a:rPr>
              <a:t>React</a:t>
            </a:r>
            <a:r>
              <a:rPr dirty="0" sz="2300" spc="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-210">
                <a:solidFill>
                  <a:srgbClr val="3F3F3F"/>
                </a:solidFill>
                <a:latin typeface="Tahoma"/>
                <a:cs typeface="Tahoma"/>
              </a:rPr>
              <a:t>·</a:t>
            </a:r>
            <a:r>
              <a:rPr dirty="0" sz="2300" spc="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3F3F3F"/>
                </a:solidFill>
                <a:latin typeface="Tahoma"/>
                <a:cs typeface="Tahoma"/>
              </a:rPr>
              <a:t>Vite</a:t>
            </a:r>
            <a:r>
              <a:rPr dirty="0" sz="2300" spc="1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-50">
                <a:solidFill>
                  <a:srgbClr val="3F3F3F"/>
                </a:solidFill>
                <a:latin typeface="Tahoma"/>
                <a:cs typeface="Tahoma"/>
              </a:rPr>
              <a:t>· </a:t>
            </a:r>
            <a:r>
              <a:rPr dirty="0" sz="2300" spc="60">
                <a:solidFill>
                  <a:srgbClr val="3F3F3F"/>
                </a:solidFill>
                <a:latin typeface="Tahoma"/>
                <a:cs typeface="Tahoma"/>
              </a:rPr>
              <a:t>Tailwind</a:t>
            </a:r>
            <a:r>
              <a:rPr dirty="0" sz="2300" spc="-11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3F3F3F"/>
                </a:solidFill>
                <a:latin typeface="Tahoma"/>
                <a:cs typeface="Tahoma"/>
              </a:rPr>
              <a:t>CSS</a:t>
            </a:r>
            <a:r>
              <a:rPr dirty="0" sz="2300" spc="-10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-50">
                <a:solidFill>
                  <a:srgbClr val="3F3F3F"/>
                </a:solidFill>
                <a:latin typeface="Tahoma"/>
                <a:cs typeface="Tahoma"/>
              </a:rPr>
              <a:t>· </a:t>
            </a:r>
            <a:r>
              <a:rPr dirty="0" sz="2300" spc="100">
                <a:solidFill>
                  <a:srgbClr val="3F3F3F"/>
                </a:solidFill>
                <a:latin typeface="Tahoma"/>
                <a:cs typeface="Tahoma"/>
              </a:rPr>
              <a:t>Componentes </a:t>
            </a:r>
            <a:r>
              <a:rPr dirty="0" sz="2300" spc="65">
                <a:solidFill>
                  <a:srgbClr val="3F3F3F"/>
                </a:solidFill>
                <a:latin typeface="Tahoma"/>
                <a:cs typeface="Tahoma"/>
              </a:rPr>
              <a:t>accesibles</a:t>
            </a:r>
            <a:r>
              <a:rPr dirty="0" sz="2300" spc="-11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-20">
                <a:solidFill>
                  <a:srgbClr val="3F3F3F"/>
                </a:solidFill>
                <a:latin typeface="Tahoma"/>
                <a:cs typeface="Tahoma"/>
              </a:rPr>
              <a:t>(WCAG </a:t>
            </a:r>
            <a:r>
              <a:rPr dirty="0" sz="2300">
                <a:solidFill>
                  <a:srgbClr val="3F3F3F"/>
                </a:solidFill>
                <a:latin typeface="Tahoma"/>
                <a:cs typeface="Tahoma"/>
              </a:rPr>
              <a:t>2.1</a:t>
            </a:r>
            <a:r>
              <a:rPr dirty="0" sz="2300" spc="-6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-25">
                <a:solidFill>
                  <a:srgbClr val="3F3F3F"/>
                </a:solidFill>
                <a:latin typeface="Tahoma"/>
                <a:cs typeface="Tahoma"/>
              </a:rPr>
              <a:t>AA)</a:t>
            </a:r>
            <a:endParaRPr sz="23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08777" y="3663902"/>
            <a:ext cx="3597910" cy="5339715"/>
            <a:chOff x="5408777" y="3663902"/>
            <a:chExt cx="3597910" cy="5339715"/>
          </a:xfrm>
        </p:grpSpPr>
        <p:sp>
          <p:nvSpPr>
            <p:cNvPr id="14" name="object 14"/>
            <p:cNvSpPr/>
            <p:nvPr/>
          </p:nvSpPr>
          <p:spPr>
            <a:xfrm>
              <a:off x="5408777" y="4801281"/>
              <a:ext cx="3597910" cy="4201795"/>
            </a:xfrm>
            <a:custGeom>
              <a:avLst/>
              <a:gdLst/>
              <a:ahLst/>
              <a:cxnLst/>
              <a:rect l="l" t="t" r="r" b="b"/>
              <a:pathLst>
                <a:path w="3597909" h="4201795">
                  <a:moveTo>
                    <a:pt x="3337076" y="4201710"/>
                  </a:moveTo>
                  <a:lnTo>
                    <a:pt x="260374" y="4201710"/>
                  </a:lnTo>
                  <a:lnTo>
                    <a:pt x="230317" y="4194998"/>
                  </a:lnTo>
                  <a:lnTo>
                    <a:pt x="187322" y="4178610"/>
                  </a:lnTo>
                  <a:lnTo>
                    <a:pt x="147510" y="4156535"/>
                  </a:lnTo>
                  <a:lnTo>
                    <a:pt x="111380" y="4129275"/>
                  </a:lnTo>
                  <a:lnTo>
                    <a:pt x="79434" y="4097329"/>
                  </a:lnTo>
                  <a:lnTo>
                    <a:pt x="52174" y="4061199"/>
                  </a:lnTo>
                  <a:lnTo>
                    <a:pt x="30099" y="4021386"/>
                  </a:lnTo>
                  <a:lnTo>
                    <a:pt x="13711" y="3978392"/>
                  </a:lnTo>
                  <a:lnTo>
                    <a:pt x="3511" y="3932716"/>
                  </a:lnTo>
                  <a:lnTo>
                    <a:pt x="0" y="3884860"/>
                  </a:lnTo>
                  <a:lnTo>
                    <a:pt x="0" y="323850"/>
                  </a:lnTo>
                  <a:lnTo>
                    <a:pt x="3511" y="275993"/>
                  </a:lnTo>
                  <a:lnTo>
                    <a:pt x="13711" y="230317"/>
                  </a:lnTo>
                  <a:lnTo>
                    <a:pt x="30099" y="187323"/>
                  </a:lnTo>
                  <a:lnTo>
                    <a:pt x="52174" y="147510"/>
                  </a:lnTo>
                  <a:lnTo>
                    <a:pt x="79434" y="111380"/>
                  </a:lnTo>
                  <a:lnTo>
                    <a:pt x="111380" y="79434"/>
                  </a:lnTo>
                  <a:lnTo>
                    <a:pt x="147510" y="52174"/>
                  </a:lnTo>
                  <a:lnTo>
                    <a:pt x="187322" y="30099"/>
                  </a:lnTo>
                  <a:lnTo>
                    <a:pt x="230317" y="13711"/>
                  </a:lnTo>
                  <a:lnTo>
                    <a:pt x="275993" y="3511"/>
                  </a:lnTo>
                  <a:lnTo>
                    <a:pt x="323849" y="0"/>
                  </a:lnTo>
                  <a:lnTo>
                    <a:pt x="3273601" y="0"/>
                  </a:lnTo>
                  <a:lnTo>
                    <a:pt x="3321457" y="3511"/>
                  </a:lnTo>
                  <a:lnTo>
                    <a:pt x="3367133" y="13711"/>
                  </a:lnTo>
                  <a:lnTo>
                    <a:pt x="3410128" y="30099"/>
                  </a:lnTo>
                  <a:lnTo>
                    <a:pt x="3449941" y="52174"/>
                  </a:lnTo>
                  <a:lnTo>
                    <a:pt x="3486071" y="79434"/>
                  </a:lnTo>
                  <a:lnTo>
                    <a:pt x="3518016" y="111380"/>
                  </a:lnTo>
                  <a:lnTo>
                    <a:pt x="3545277" y="147510"/>
                  </a:lnTo>
                  <a:lnTo>
                    <a:pt x="3567352" y="187323"/>
                  </a:lnTo>
                  <a:lnTo>
                    <a:pt x="3583740" y="230317"/>
                  </a:lnTo>
                  <a:lnTo>
                    <a:pt x="3593940" y="275993"/>
                  </a:lnTo>
                  <a:lnTo>
                    <a:pt x="3597451" y="323850"/>
                  </a:lnTo>
                  <a:lnTo>
                    <a:pt x="3597451" y="3884860"/>
                  </a:lnTo>
                  <a:lnTo>
                    <a:pt x="3593940" y="3932716"/>
                  </a:lnTo>
                  <a:lnTo>
                    <a:pt x="3583740" y="3978392"/>
                  </a:lnTo>
                  <a:lnTo>
                    <a:pt x="3567352" y="4021386"/>
                  </a:lnTo>
                  <a:lnTo>
                    <a:pt x="3545277" y="4061199"/>
                  </a:lnTo>
                  <a:lnTo>
                    <a:pt x="3518016" y="4097329"/>
                  </a:lnTo>
                  <a:lnTo>
                    <a:pt x="3486071" y="4129275"/>
                  </a:lnTo>
                  <a:lnTo>
                    <a:pt x="3449941" y="4156535"/>
                  </a:lnTo>
                  <a:lnTo>
                    <a:pt x="3410128" y="4178610"/>
                  </a:lnTo>
                  <a:lnTo>
                    <a:pt x="3367133" y="4194998"/>
                  </a:lnTo>
                  <a:lnTo>
                    <a:pt x="3337076" y="42017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175034" y="3663902"/>
              <a:ext cx="2065020" cy="2065020"/>
            </a:xfrm>
            <a:custGeom>
              <a:avLst/>
              <a:gdLst/>
              <a:ahLst/>
              <a:cxnLst/>
              <a:rect l="l" t="t" r="r" b="b"/>
              <a:pathLst>
                <a:path w="2065020" h="2065020">
                  <a:moveTo>
                    <a:pt x="1032468" y="2064937"/>
                  </a:moveTo>
                  <a:lnTo>
                    <a:pt x="983865" y="2063813"/>
                  </a:lnTo>
                  <a:lnTo>
                    <a:pt x="935840" y="2060475"/>
                  </a:lnTo>
                  <a:lnTo>
                    <a:pt x="888444" y="2054972"/>
                  </a:lnTo>
                  <a:lnTo>
                    <a:pt x="841724" y="2047353"/>
                  </a:lnTo>
                  <a:lnTo>
                    <a:pt x="795732" y="2037669"/>
                  </a:lnTo>
                  <a:lnTo>
                    <a:pt x="750517" y="2025968"/>
                  </a:lnTo>
                  <a:lnTo>
                    <a:pt x="706128" y="2012301"/>
                  </a:lnTo>
                  <a:lnTo>
                    <a:pt x="662615" y="1996717"/>
                  </a:lnTo>
                  <a:lnTo>
                    <a:pt x="620027" y="1979265"/>
                  </a:lnTo>
                  <a:lnTo>
                    <a:pt x="578414" y="1959996"/>
                  </a:lnTo>
                  <a:lnTo>
                    <a:pt x="537826" y="1938958"/>
                  </a:lnTo>
                  <a:lnTo>
                    <a:pt x="498312" y="1916201"/>
                  </a:lnTo>
                  <a:lnTo>
                    <a:pt x="459922" y="1891776"/>
                  </a:lnTo>
                  <a:lnTo>
                    <a:pt x="422705" y="1865730"/>
                  </a:lnTo>
                  <a:lnTo>
                    <a:pt x="386711" y="1838115"/>
                  </a:lnTo>
                  <a:lnTo>
                    <a:pt x="351990" y="1808980"/>
                  </a:lnTo>
                  <a:lnTo>
                    <a:pt x="318591" y="1778373"/>
                  </a:lnTo>
                  <a:lnTo>
                    <a:pt x="286563" y="1746345"/>
                  </a:lnTo>
                  <a:lnTo>
                    <a:pt x="255957" y="1712946"/>
                  </a:lnTo>
                  <a:lnTo>
                    <a:pt x="226821" y="1678225"/>
                  </a:lnTo>
                  <a:lnTo>
                    <a:pt x="199206" y="1642231"/>
                  </a:lnTo>
                  <a:lnTo>
                    <a:pt x="173161" y="1605014"/>
                  </a:lnTo>
                  <a:lnTo>
                    <a:pt x="148735" y="1566624"/>
                  </a:lnTo>
                  <a:lnTo>
                    <a:pt x="125979" y="1527110"/>
                  </a:lnTo>
                  <a:lnTo>
                    <a:pt x="104941" y="1486522"/>
                  </a:lnTo>
                  <a:lnTo>
                    <a:pt x="85671" y="1444909"/>
                  </a:lnTo>
                  <a:lnTo>
                    <a:pt x="68220" y="1402321"/>
                  </a:lnTo>
                  <a:lnTo>
                    <a:pt x="52635" y="1358808"/>
                  </a:lnTo>
                  <a:lnTo>
                    <a:pt x="38968" y="1314419"/>
                  </a:lnTo>
                  <a:lnTo>
                    <a:pt x="27268" y="1269204"/>
                  </a:lnTo>
                  <a:lnTo>
                    <a:pt x="17583" y="1223212"/>
                  </a:lnTo>
                  <a:lnTo>
                    <a:pt x="9965" y="1176493"/>
                  </a:lnTo>
                  <a:lnTo>
                    <a:pt x="4462" y="1129096"/>
                  </a:lnTo>
                  <a:lnTo>
                    <a:pt x="1123" y="1081071"/>
                  </a:lnTo>
                  <a:lnTo>
                    <a:pt x="0" y="1032468"/>
                  </a:lnTo>
                  <a:lnTo>
                    <a:pt x="1123" y="983865"/>
                  </a:lnTo>
                  <a:lnTo>
                    <a:pt x="4462" y="935841"/>
                  </a:lnTo>
                  <a:lnTo>
                    <a:pt x="9965" y="888444"/>
                  </a:lnTo>
                  <a:lnTo>
                    <a:pt x="17583" y="841725"/>
                  </a:lnTo>
                  <a:lnTo>
                    <a:pt x="27268" y="795733"/>
                  </a:lnTo>
                  <a:lnTo>
                    <a:pt x="38968" y="750517"/>
                  </a:lnTo>
                  <a:lnTo>
                    <a:pt x="52635" y="706128"/>
                  </a:lnTo>
                  <a:lnTo>
                    <a:pt x="68220" y="662615"/>
                  </a:lnTo>
                  <a:lnTo>
                    <a:pt x="85671" y="620027"/>
                  </a:lnTo>
                  <a:lnTo>
                    <a:pt x="104941" y="578415"/>
                  </a:lnTo>
                  <a:lnTo>
                    <a:pt x="125979" y="537827"/>
                  </a:lnTo>
                  <a:lnTo>
                    <a:pt x="148735" y="498313"/>
                  </a:lnTo>
                  <a:lnTo>
                    <a:pt x="173161" y="459922"/>
                  </a:lnTo>
                  <a:lnTo>
                    <a:pt x="199206" y="422706"/>
                  </a:lnTo>
                  <a:lnTo>
                    <a:pt x="226821" y="386712"/>
                  </a:lnTo>
                  <a:lnTo>
                    <a:pt x="255957" y="351990"/>
                  </a:lnTo>
                  <a:lnTo>
                    <a:pt x="286563" y="318591"/>
                  </a:lnTo>
                  <a:lnTo>
                    <a:pt x="318591" y="286563"/>
                  </a:lnTo>
                  <a:lnTo>
                    <a:pt x="351990" y="255957"/>
                  </a:lnTo>
                  <a:lnTo>
                    <a:pt x="386711" y="226821"/>
                  </a:lnTo>
                  <a:lnTo>
                    <a:pt x="422705" y="199206"/>
                  </a:lnTo>
                  <a:lnTo>
                    <a:pt x="459922" y="173161"/>
                  </a:lnTo>
                  <a:lnTo>
                    <a:pt x="498312" y="148735"/>
                  </a:lnTo>
                  <a:lnTo>
                    <a:pt x="537826" y="125979"/>
                  </a:lnTo>
                  <a:lnTo>
                    <a:pt x="578414" y="104941"/>
                  </a:lnTo>
                  <a:lnTo>
                    <a:pt x="620027" y="85671"/>
                  </a:lnTo>
                  <a:lnTo>
                    <a:pt x="662615" y="68220"/>
                  </a:lnTo>
                  <a:lnTo>
                    <a:pt x="706128" y="52635"/>
                  </a:lnTo>
                  <a:lnTo>
                    <a:pt x="750517" y="38968"/>
                  </a:lnTo>
                  <a:lnTo>
                    <a:pt x="795732" y="27268"/>
                  </a:lnTo>
                  <a:lnTo>
                    <a:pt x="841724" y="17583"/>
                  </a:lnTo>
                  <a:lnTo>
                    <a:pt x="888444" y="9965"/>
                  </a:lnTo>
                  <a:lnTo>
                    <a:pt x="935840" y="4462"/>
                  </a:lnTo>
                  <a:lnTo>
                    <a:pt x="983865" y="1123"/>
                  </a:lnTo>
                  <a:lnTo>
                    <a:pt x="1032468" y="0"/>
                  </a:lnTo>
                  <a:lnTo>
                    <a:pt x="1081071" y="1123"/>
                  </a:lnTo>
                  <a:lnTo>
                    <a:pt x="1129096" y="4462"/>
                  </a:lnTo>
                  <a:lnTo>
                    <a:pt x="1176493" y="9965"/>
                  </a:lnTo>
                  <a:lnTo>
                    <a:pt x="1223212" y="17583"/>
                  </a:lnTo>
                  <a:lnTo>
                    <a:pt x="1269204" y="27268"/>
                  </a:lnTo>
                  <a:lnTo>
                    <a:pt x="1314419" y="38968"/>
                  </a:lnTo>
                  <a:lnTo>
                    <a:pt x="1358808" y="52635"/>
                  </a:lnTo>
                  <a:lnTo>
                    <a:pt x="1402321" y="68220"/>
                  </a:lnTo>
                  <a:lnTo>
                    <a:pt x="1444909" y="85671"/>
                  </a:lnTo>
                  <a:lnTo>
                    <a:pt x="1486522" y="104941"/>
                  </a:lnTo>
                  <a:lnTo>
                    <a:pt x="1527110" y="125979"/>
                  </a:lnTo>
                  <a:lnTo>
                    <a:pt x="1566624" y="148735"/>
                  </a:lnTo>
                  <a:lnTo>
                    <a:pt x="1605014" y="173161"/>
                  </a:lnTo>
                  <a:lnTo>
                    <a:pt x="1642231" y="199206"/>
                  </a:lnTo>
                  <a:lnTo>
                    <a:pt x="1678225" y="226821"/>
                  </a:lnTo>
                  <a:lnTo>
                    <a:pt x="1712946" y="255957"/>
                  </a:lnTo>
                  <a:lnTo>
                    <a:pt x="1746345" y="286563"/>
                  </a:lnTo>
                  <a:lnTo>
                    <a:pt x="1778373" y="318591"/>
                  </a:lnTo>
                  <a:lnTo>
                    <a:pt x="1808979" y="351990"/>
                  </a:lnTo>
                  <a:lnTo>
                    <a:pt x="1838115" y="386712"/>
                  </a:lnTo>
                  <a:lnTo>
                    <a:pt x="1865730" y="422706"/>
                  </a:lnTo>
                  <a:lnTo>
                    <a:pt x="1891775" y="459922"/>
                  </a:lnTo>
                  <a:lnTo>
                    <a:pt x="1916201" y="498313"/>
                  </a:lnTo>
                  <a:lnTo>
                    <a:pt x="1938957" y="537827"/>
                  </a:lnTo>
                  <a:lnTo>
                    <a:pt x="1959995" y="578415"/>
                  </a:lnTo>
                  <a:lnTo>
                    <a:pt x="1979265" y="620027"/>
                  </a:lnTo>
                  <a:lnTo>
                    <a:pt x="1996716" y="662615"/>
                  </a:lnTo>
                  <a:lnTo>
                    <a:pt x="2012301" y="706128"/>
                  </a:lnTo>
                  <a:lnTo>
                    <a:pt x="2025968" y="750517"/>
                  </a:lnTo>
                  <a:lnTo>
                    <a:pt x="2037668" y="795733"/>
                  </a:lnTo>
                  <a:lnTo>
                    <a:pt x="2047353" y="841725"/>
                  </a:lnTo>
                  <a:lnTo>
                    <a:pt x="2054971" y="888444"/>
                  </a:lnTo>
                  <a:lnTo>
                    <a:pt x="2060474" y="935841"/>
                  </a:lnTo>
                  <a:lnTo>
                    <a:pt x="2063813" y="983865"/>
                  </a:lnTo>
                  <a:lnTo>
                    <a:pt x="2064936" y="1032468"/>
                  </a:lnTo>
                  <a:lnTo>
                    <a:pt x="2063813" y="1081071"/>
                  </a:lnTo>
                  <a:lnTo>
                    <a:pt x="2060474" y="1129096"/>
                  </a:lnTo>
                  <a:lnTo>
                    <a:pt x="2054971" y="1176493"/>
                  </a:lnTo>
                  <a:lnTo>
                    <a:pt x="2047353" y="1223212"/>
                  </a:lnTo>
                  <a:lnTo>
                    <a:pt x="2037668" y="1269204"/>
                  </a:lnTo>
                  <a:lnTo>
                    <a:pt x="2025968" y="1314419"/>
                  </a:lnTo>
                  <a:lnTo>
                    <a:pt x="2012301" y="1358808"/>
                  </a:lnTo>
                  <a:lnTo>
                    <a:pt x="1996716" y="1402321"/>
                  </a:lnTo>
                  <a:lnTo>
                    <a:pt x="1979265" y="1444909"/>
                  </a:lnTo>
                  <a:lnTo>
                    <a:pt x="1959995" y="1486522"/>
                  </a:lnTo>
                  <a:lnTo>
                    <a:pt x="1938957" y="1527110"/>
                  </a:lnTo>
                  <a:lnTo>
                    <a:pt x="1916201" y="1566624"/>
                  </a:lnTo>
                  <a:lnTo>
                    <a:pt x="1891775" y="1605014"/>
                  </a:lnTo>
                  <a:lnTo>
                    <a:pt x="1865730" y="1642231"/>
                  </a:lnTo>
                  <a:lnTo>
                    <a:pt x="1838115" y="1678225"/>
                  </a:lnTo>
                  <a:lnTo>
                    <a:pt x="1808979" y="1712946"/>
                  </a:lnTo>
                  <a:lnTo>
                    <a:pt x="1778373" y="1746345"/>
                  </a:lnTo>
                  <a:lnTo>
                    <a:pt x="1746345" y="1778373"/>
                  </a:lnTo>
                  <a:lnTo>
                    <a:pt x="1712946" y="1808980"/>
                  </a:lnTo>
                  <a:lnTo>
                    <a:pt x="1678225" y="1838115"/>
                  </a:lnTo>
                  <a:lnTo>
                    <a:pt x="1642231" y="1865730"/>
                  </a:lnTo>
                  <a:lnTo>
                    <a:pt x="1605014" y="1891776"/>
                  </a:lnTo>
                  <a:lnTo>
                    <a:pt x="1566624" y="1916201"/>
                  </a:lnTo>
                  <a:lnTo>
                    <a:pt x="1527110" y="1938958"/>
                  </a:lnTo>
                  <a:lnTo>
                    <a:pt x="1486522" y="1959996"/>
                  </a:lnTo>
                  <a:lnTo>
                    <a:pt x="1444909" y="1979265"/>
                  </a:lnTo>
                  <a:lnTo>
                    <a:pt x="1402321" y="1996717"/>
                  </a:lnTo>
                  <a:lnTo>
                    <a:pt x="1358808" y="2012301"/>
                  </a:lnTo>
                  <a:lnTo>
                    <a:pt x="1314419" y="2025968"/>
                  </a:lnTo>
                  <a:lnTo>
                    <a:pt x="1269204" y="2037669"/>
                  </a:lnTo>
                  <a:lnTo>
                    <a:pt x="1223212" y="2047353"/>
                  </a:lnTo>
                  <a:lnTo>
                    <a:pt x="1176493" y="2054972"/>
                  </a:lnTo>
                  <a:lnTo>
                    <a:pt x="1129096" y="2060475"/>
                  </a:lnTo>
                  <a:lnTo>
                    <a:pt x="1081071" y="2063813"/>
                  </a:lnTo>
                  <a:lnTo>
                    <a:pt x="1032468" y="2064937"/>
                  </a:lnTo>
                  <a:close/>
                </a:path>
              </a:pathLst>
            </a:custGeom>
            <a:solidFill>
              <a:srgbClr val="4B489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85653" y="4040501"/>
              <a:ext cx="1285874" cy="131444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981718" y="6282968"/>
            <a:ext cx="2451735" cy="26301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200" spc="90" b="1">
                <a:solidFill>
                  <a:srgbClr val="3F3F3F"/>
                </a:solidFill>
                <a:latin typeface="Trebuchet MS"/>
                <a:cs typeface="Trebuchet MS"/>
              </a:rPr>
              <a:t>Backend</a:t>
            </a:r>
            <a:endParaRPr sz="2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2210"/>
              </a:spcBef>
            </a:pPr>
            <a:r>
              <a:rPr dirty="0" sz="2300" spc="65">
                <a:solidFill>
                  <a:srgbClr val="3F3F3F"/>
                </a:solidFill>
                <a:latin typeface="Tahoma"/>
                <a:cs typeface="Tahoma"/>
              </a:rPr>
              <a:t>Node.js</a:t>
            </a:r>
            <a:r>
              <a:rPr dirty="0" sz="2300" spc="-114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-355">
                <a:solidFill>
                  <a:srgbClr val="3F3F3F"/>
                </a:solidFill>
                <a:latin typeface="Tahoma"/>
                <a:cs typeface="Tahoma"/>
              </a:rPr>
              <a:t>+</a:t>
            </a:r>
            <a:r>
              <a:rPr dirty="0" sz="2300" spc="-11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60">
                <a:solidFill>
                  <a:srgbClr val="3F3F3F"/>
                </a:solidFill>
                <a:latin typeface="Tahoma"/>
                <a:cs typeface="Tahoma"/>
              </a:rPr>
              <a:t>Express</a:t>
            </a:r>
            <a:endParaRPr sz="2300">
              <a:latin typeface="Tahoma"/>
              <a:cs typeface="Tahoma"/>
            </a:endParaRPr>
          </a:p>
          <a:p>
            <a:pPr algn="ctr" marL="12700" marR="5080">
              <a:lnSpc>
                <a:spcPct val="116799"/>
              </a:lnSpc>
            </a:pPr>
            <a:r>
              <a:rPr dirty="0" sz="2300" spc="-210">
                <a:solidFill>
                  <a:srgbClr val="3F3F3F"/>
                </a:solidFill>
                <a:latin typeface="Tahoma"/>
                <a:cs typeface="Tahoma"/>
              </a:rPr>
              <a:t>·</a:t>
            </a:r>
            <a:r>
              <a:rPr dirty="0" sz="2300" spc="-114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55">
                <a:solidFill>
                  <a:srgbClr val="3F3F3F"/>
                </a:solidFill>
                <a:latin typeface="Tahoma"/>
                <a:cs typeface="Tahoma"/>
              </a:rPr>
              <a:t>Clean </a:t>
            </a:r>
            <a:r>
              <a:rPr dirty="0" sz="2300" spc="70">
                <a:solidFill>
                  <a:srgbClr val="3F3F3F"/>
                </a:solidFill>
                <a:latin typeface="Tahoma"/>
                <a:cs typeface="Tahoma"/>
              </a:rPr>
              <a:t>Architecture</a:t>
            </a:r>
            <a:r>
              <a:rPr dirty="0" sz="2300" spc="-9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-210">
                <a:solidFill>
                  <a:srgbClr val="3F3F3F"/>
                </a:solidFill>
                <a:latin typeface="Tahoma"/>
                <a:cs typeface="Tahoma"/>
              </a:rPr>
              <a:t>·</a:t>
            </a:r>
            <a:r>
              <a:rPr dirty="0" sz="2300" spc="-9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-85">
                <a:solidFill>
                  <a:srgbClr val="3F3F3F"/>
                </a:solidFill>
                <a:latin typeface="Tahoma"/>
                <a:cs typeface="Tahoma"/>
              </a:rPr>
              <a:t>JWT</a:t>
            </a:r>
            <a:endParaRPr sz="2300">
              <a:latin typeface="Tahoma"/>
              <a:cs typeface="Tahoma"/>
            </a:endParaRPr>
          </a:p>
          <a:p>
            <a:pPr algn="ctr" marL="50165" marR="42545">
              <a:lnSpc>
                <a:spcPct val="116799"/>
              </a:lnSpc>
            </a:pPr>
            <a:r>
              <a:rPr dirty="0" sz="2300" spc="-210">
                <a:solidFill>
                  <a:srgbClr val="3F3F3F"/>
                </a:solidFill>
                <a:latin typeface="Tahoma"/>
                <a:cs typeface="Tahoma"/>
              </a:rPr>
              <a:t>·</a:t>
            </a:r>
            <a:r>
              <a:rPr dirty="0" sz="2300" spc="-12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-35">
                <a:solidFill>
                  <a:srgbClr val="3F3F3F"/>
                </a:solidFill>
                <a:latin typeface="Tahoma"/>
                <a:cs typeface="Tahoma"/>
              </a:rPr>
              <a:t>Jest</a:t>
            </a:r>
            <a:r>
              <a:rPr dirty="0" sz="2300" spc="-12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-210">
                <a:solidFill>
                  <a:srgbClr val="3F3F3F"/>
                </a:solidFill>
                <a:latin typeface="Tahoma"/>
                <a:cs typeface="Tahoma"/>
              </a:rPr>
              <a:t>·</a:t>
            </a:r>
            <a:r>
              <a:rPr dirty="0" sz="2300" spc="-12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70">
                <a:solidFill>
                  <a:srgbClr val="3F3F3F"/>
                </a:solidFill>
                <a:latin typeface="Tahoma"/>
                <a:cs typeface="Tahoma"/>
              </a:rPr>
              <a:t>Supertest</a:t>
            </a:r>
            <a:r>
              <a:rPr dirty="0" sz="2300" spc="-12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-105">
                <a:solidFill>
                  <a:srgbClr val="3F3F3F"/>
                </a:solidFill>
                <a:latin typeface="Tahoma"/>
                <a:cs typeface="Tahoma"/>
              </a:rPr>
              <a:t>· </a:t>
            </a:r>
            <a:r>
              <a:rPr dirty="0" sz="2300" spc="-10">
                <a:solidFill>
                  <a:srgbClr val="3F3F3F"/>
                </a:solidFill>
                <a:latin typeface="Tahoma"/>
                <a:cs typeface="Tahoma"/>
              </a:rPr>
              <a:t>ESLint</a:t>
            </a:r>
            <a:endParaRPr sz="23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219171" y="3747254"/>
            <a:ext cx="3597910" cy="5255895"/>
            <a:chOff x="9219171" y="3747254"/>
            <a:chExt cx="3597910" cy="5255895"/>
          </a:xfrm>
        </p:grpSpPr>
        <p:sp>
          <p:nvSpPr>
            <p:cNvPr id="19" name="object 19"/>
            <p:cNvSpPr/>
            <p:nvPr/>
          </p:nvSpPr>
          <p:spPr>
            <a:xfrm>
              <a:off x="9219171" y="4801281"/>
              <a:ext cx="3597910" cy="4201795"/>
            </a:xfrm>
            <a:custGeom>
              <a:avLst/>
              <a:gdLst/>
              <a:ahLst/>
              <a:cxnLst/>
              <a:rect l="l" t="t" r="r" b="b"/>
              <a:pathLst>
                <a:path w="3597909" h="4201795">
                  <a:moveTo>
                    <a:pt x="3337077" y="4201710"/>
                  </a:moveTo>
                  <a:lnTo>
                    <a:pt x="260375" y="4201710"/>
                  </a:lnTo>
                  <a:lnTo>
                    <a:pt x="230318" y="4194998"/>
                  </a:lnTo>
                  <a:lnTo>
                    <a:pt x="187323" y="4178610"/>
                  </a:lnTo>
                  <a:lnTo>
                    <a:pt x="147510" y="4156535"/>
                  </a:lnTo>
                  <a:lnTo>
                    <a:pt x="111380" y="4129275"/>
                  </a:lnTo>
                  <a:lnTo>
                    <a:pt x="79435" y="4097329"/>
                  </a:lnTo>
                  <a:lnTo>
                    <a:pt x="52174" y="4061199"/>
                  </a:lnTo>
                  <a:lnTo>
                    <a:pt x="30099" y="4021386"/>
                  </a:lnTo>
                  <a:lnTo>
                    <a:pt x="13711" y="3978392"/>
                  </a:lnTo>
                  <a:lnTo>
                    <a:pt x="3511" y="3932716"/>
                  </a:lnTo>
                  <a:lnTo>
                    <a:pt x="0" y="3884860"/>
                  </a:lnTo>
                  <a:lnTo>
                    <a:pt x="0" y="323850"/>
                  </a:lnTo>
                  <a:lnTo>
                    <a:pt x="3511" y="275993"/>
                  </a:lnTo>
                  <a:lnTo>
                    <a:pt x="13711" y="230317"/>
                  </a:lnTo>
                  <a:lnTo>
                    <a:pt x="30099" y="187323"/>
                  </a:lnTo>
                  <a:lnTo>
                    <a:pt x="52174" y="147510"/>
                  </a:lnTo>
                  <a:lnTo>
                    <a:pt x="79435" y="111380"/>
                  </a:lnTo>
                  <a:lnTo>
                    <a:pt x="111380" y="79434"/>
                  </a:lnTo>
                  <a:lnTo>
                    <a:pt x="147510" y="52174"/>
                  </a:lnTo>
                  <a:lnTo>
                    <a:pt x="187323" y="30099"/>
                  </a:lnTo>
                  <a:lnTo>
                    <a:pt x="230318" y="13711"/>
                  </a:lnTo>
                  <a:lnTo>
                    <a:pt x="275993" y="3511"/>
                  </a:lnTo>
                  <a:lnTo>
                    <a:pt x="323850" y="0"/>
                  </a:lnTo>
                  <a:lnTo>
                    <a:pt x="3273601" y="0"/>
                  </a:lnTo>
                  <a:lnTo>
                    <a:pt x="3321458" y="3511"/>
                  </a:lnTo>
                  <a:lnTo>
                    <a:pt x="3367134" y="13711"/>
                  </a:lnTo>
                  <a:lnTo>
                    <a:pt x="3410128" y="30099"/>
                  </a:lnTo>
                  <a:lnTo>
                    <a:pt x="3449941" y="52174"/>
                  </a:lnTo>
                  <a:lnTo>
                    <a:pt x="3486071" y="79434"/>
                  </a:lnTo>
                  <a:lnTo>
                    <a:pt x="3518016" y="111380"/>
                  </a:lnTo>
                  <a:lnTo>
                    <a:pt x="3545277" y="147510"/>
                  </a:lnTo>
                  <a:lnTo>
                    <a:pt x="3567352" y="187323"/>
                  </a:lnTo>
                  <a:lnTo>
                    <a:pt x="3583740" y="230317"/>
                  </a:lnTo>
                  <a:lnTo>
                    <a:pt x="3593940" y="275993"/>
                  </a:lnTo>
                  <a:lnTo>
                    <a:pt x="3597451" y="323850"/>
                  </a:lnTo>
                  <a:lnTo>
                    <a:pt x="3597451" y="3884860"/>
                  </a:lnTo>
                  <a:lnTo>
                    <a:pt x="3593940" y="3932716"/>
                  </a:lnTo>
                  <a:lnTo>
                    <a:pt x="3583740" y="3978392"/>
                  </a:lnTo>
                  <a:lnTo>
                    <a:pt x="3567352" y="4021386"/>
                  </a:lnTo>
                  <a:lnTo>
                    <a:pt x="3545277" y="4061199"/>
                  </a:lnTo>
                  <a:lnTo>
                    <a:pt x="3518016" y="4097329"/>
                  </a:lnTo>
                  <a:lnTo>
                    <a:pt x="3486071" y="4129275"/>
                  </a:lnTo>
                  <a:lnTo>
                    <a:pt x="3449941" y="4156535"/>
                  </a:lnTo>
                  <a:lnTo>
                    <a:pt x="3410128" y="4178610"/>
                  </a:lnTo>
                  <a:lnTo>
                    <a:pt x="3367134" y="4194998"/>
                  </a:lnTo>
                  <a:lnTo>
                    <a:pt x="3337077" y="42017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985786" y="3747254"/>
              <a:ext cx="2065020" cy="2065020"/>
            </a:xfrm>
            <a:custGeom>
              <a:avLst/>
              <a:gdLst/>
              <a:ahLst/>
              <a:cxnLst/>
              <a:rect l="l" t="t" r="r" b="b"/>
              <a:pathLst>
                <a:path w="2065020" h="2065020">
                  <a:moveTo>
                    <a:pt x="1032468" y="2064937"/>
                  </a:moveTo>
                  <a:lnTo>
                    <a:pt x="983865" y="2063813"/>
                  </a:lnTo>
                  <a:lnTo>
                    <a:pt x="935840" y="2060475"/>
                  </a:lnTo>
                  <a:lnTo>
                    <a:pt x="888443" y="2054972"/>
                  </a:lnTo>
                  <a:lnTo>
                    <a:pt x="841724" y="2047353"/>
                  </a:lnTo>
                  <a:lnTo>
                    <a:pt x="795732" y="2037669"/>
                  </a:lnTo>
                  <a:lnTo>
                    <a:pt x="750517" y="2025968"/>
                  </a:lnTo>
                  <a:lnTo>
                    <a:pt x="706128" y="2012301"/>
                  </a:lnTo>
                  <a:lnTo>
                    <a:pt x="662615" y="1996717"/>
                  </a:lnTo>
                  <a:lnTo>
                    <a:pt x="620027" y="1979265"/>
                  </a:lnTo>
                  <a:lnTo>
                    <a:pt x="578414" y="1959996"/>
                  </a:lnTo>
                  <a:lnTo>
                    <a:pt x="537826" y="1938958"/>
                  </a:lnTo>
                  <a:lnTo>
                    <a:pt x="498312" y="1916201"/>
                  </a:lnTo>
                  <a:lnTo>
                    <a:pt x="459922" y="1891776"/>
                  </a:lnTo>
                  <a:lnTo>
                    <a:pt x="422705" y="1865730"/>
                  </a:lnTo>
                  <a:lnTo>
                    <a:pt x="386712" y="1838115"/>
                  </a:lnTo>
                  <a:lnTo>
                    <a:pt x="351990" y="1808980"/>
                  </a:lnTo>
                  <a:lnTo>
                    <a:pt x="318591" y="1778373"/>
                  </a:lnTo>
                  <a:lnTo>
                    <a:pt x="286563" y="1746346"/>
                  </a:lnTo>
                  <a:lnTo>
                    <a:pt x="255957" y="1712946"/>
                  </a:lnTo>
                  <a:lnTo>
                    <a:pt x="226821" y="1678225"/>
                  </a:lnTo>
                  <a:lnTo>
                    <a:pt x="199206" y="1642231"/>
                  </a:lnTo>
                  <a:lnTo>
                    <a:pt x="173161" y="1605014"/>
                  </a:lnTo>
                  <a:lnTo>
                    <a:pt x="148735" y="1566624"/>
                  </a:lnTo>
                  <a:lnTo>
                    <a:pt x="125979" y="1527110"/>
                  </a:lnTo>
                  <a:lnTo>
                    <a:pt x="104941" y="1486522"/>
                  </a:lnTo>
                  <a:lnTo>
                    <a:pt x="85671" y="1444909"/>
                  </a:lnTo>
                  <a:lnTo>
                    <a:pt x="68220" y="1402321"/>
                  </a:lnTo>
                  <a:lnTo>
                    <a:pt x="52635" y="1358808"/>
                  </a:lnTo>
                  <a:lnTo>
                    <a:pt x="38968" y="1314419"/>
                  </a:lnTo>
                  <a:lnTo>
                    <a:pt x="27268" y="1269204"/>
                  </a:lnTo>
                  <a:lnTo>
                    <a:pt x="17583" y="1223212"/>
                  </a:lnTo>
                  <a:lnTo>
                    <a:pt x="9965" y="1176493"/>
                  </a:lnTo>
                  <a:lnTo>
                    <a:pt x="4462" y="1129096"/>
                  </a:lnTo>
                  <a:lnTo>
                    <a:pt x="1123" y="1081071"/>
                  </a:lnTo>
                  <a:lnTo>
                    <a:pt x="0" y="1032468"/>
                  </a:lnTo>
                  <a:lnTo>
                    <a:pt x="1123" y="983865"/>
                  </a:lnTo>
                  <a:lnTo>
                    <a:pt x="4462" y="935841"/>
                  </a:lnTo>
                  <a:lnTo>
                    <a:pt x="9965" y="888444"/>
                  </a:lnTo>
                  <a:lnTo>
                    <a:pt x="17583" y="841725"/>
                  </a:lnTo>
                  <a:lnTo>
                    <a:pt x="27268" y="795733"/>
                  </a:lnTo>
                  <a:lnTo>
                    <a:pt x="38968" y="750517"/>
                  </a:lnTo>
                  <a:lnTo>
                    <a:pt x="52635" y="706128"/>
                  </a:lnTo>
                  <a:lnTo>
                    <a:pt x="68220" y="662615"/>
                  </a:lnTo>
                  <a:lnTo>
                    <a:pt x="85671" y="620027"/>
                  </a:lnTo>
                  <a:lnTo>
                    <a:pt x="104941" y="578415"/>
                  </a:lnTo>
                  <a:lnTo>
                    <a:pt x="125979" y="537827"/>
                  </a:lnTo>
                  <a:lnTo>
                    <a:pt x="148735" y="498313"/>
                  </a:lnTo>
                  <a:lnTo>
                    <a:pt x="173161" y="459922"/>
                  </a:lnTo>
                  <a:lnTo>
                    <a:pt x="199206" y="422706"/>
                  </a:lnTo>
                  <a:lnTo>
                    <a:pt x="226821" y="386712"/>
                  </a:lnTo>
                  <a:lnTo>
                    <a:pt x="255957" y="351990"/>
                  </a:lnTo>
                  <a:lnTo>
                    <a:pt x="286563" y="318591"/>
                  </a:lnTo>
                  <a:lnTo>
                    <a:pt x="318591" y="286563"/>
                  </a:lnTo>
                  <a:lnTo>
                    <a:pt x="351990" y="255957"/>
                  </a:lnTo>
                  <a:lnTo>
                    <a:pt x="386712" y="226821"/>
                  </a:lnTo>
                  <a:lnTo>
                    <a:pt x="422705" y="199206"/>
                  </a:lnTo>
                  <a:lnTo>
                    <a:pt x="459922" y="173161"/>
                  </a:lnTo>
                  <a:lnTo>
                    <a:pt x="498312" y="148735"/>
                  </a:lnTo>
                  <a:lnTo>
                    <a:pt x="537826" y="125979"/>
                  </a:lnTo>
                  <a:lnTo>
                    <a:pt x="578414" y="104941"/>
                  </a:lnTo>
                  <a:lnTo>
                    <a:pt x="620027" y="85671"/>
                  </a:lnTo>
                  <a:lnTo>
                    <a:pt x="662615" y="68220"/>
                  </a:lnTo>
                  <a:lnTo>
                    <a:pt x="706128" y="52635"/>
                  </a:lnTo>
                  <a:lnTo>
                    <a:pt x="750517" y="38968"/>
                  </a:lnTo>
                  <a:lnTo>
                    <a:pt x="795732" y="27268"/>
                  </a:lnTo>
                  <a:lnTo>
                    <a:pt x="841724" y="17583"/>
                  </a:lnTo>
                  <a:lnTo>
                    <a:pt x="888443" y="9965"/>
                  </a:lnTo>
                  <a:lnTo>
                    <a:pt x="935840" y="4462"/>
                  </a:lnTo>
                  <a:lnTo>
                    <a:pt x="983865" y="1123"/>
                  </a:lnTo>
                  <a:lnTo>
                    <a:pt x="1032468" y="0"/>
                  </a:lnTo>
                  <a:lnTo>
                    <a:pt x="1081071" y="1123"/>
                  </a:lnTo>
                  <a:lnTo>
                    <a:pt x="1129096" y="4462"/>
                  </a:lnTo>
                  <a:lnTo>
                    <a:pt x="1176492" y="9965"/>
                  </a:lnTo>
                  <a:lnTo>
                    <a:pt x="1223211" y="17583"/>
                  </a:lnTo>
                  <a:lnTo>
                    <a:pt x="1269204" y="27268"/>
                  </a:lnTo>
                  <a:lnTo>
                    <a:pt x="1314419" y="38968"/>
                  </a:lnTo>
                  <a:lnTo>
                    <a:pt x="1358808" y="52635"/>
                  </a:lnTo>
                  <a:lnTo>
                    <a:pt x="1402321" y="68220"/>
                  </a:lnTo>
                  <a:lnTo>
                    <a:pt x="1444909" y="85671"/>
                  </a:lnTo>
                  <a:lnTo>
                    <a:pt x="1486522" y="104941"/>
                  </a:lnTo>
                  <a:lnTo>
                    <a:pt x="1527110" y="125979"/>
                  </a:lnTo>
                  <a:lnTo>
                    <a:pt x="1566624" y="148735"/>
                  </a:lnTo>
                  <a:lnTo>
                    <a:pt x="1605014" y="173161"/>
                  </a:lnTo>
                  <a:lnTo>
                    <a:pt x="1642231" y="199206"/>
                  </a:lnTo>
                  <a:lnTo>
                    <a:pt x="1678225" y="226821"/>
                  </a:lnTo>
                  <a:lnTo>
                    <a:pt x="1712946" y="255957"/>
                  </a:lnTo>
                  <a:lnTo>
                    <a:pt x="1746345" y="286563"/>
                  </a:lnTo>
                  <a:lnTo>
                    <a:pt x="1778373" y="318591"/>
                  </a:lnTo>
                  <a:lnTo>
                    <a:pt x="1808980" y="351990"/>
                  </a:lnTo>
                  <a:lnTo>
                    <a:pt x="1838115" y="386712"/>
                  </a:lnTo>
                  <a:lnTo>
                    <a:pt x="1865730" y="422706"/>
                  </a:lnTo>
                  <a:lnTo>
                    <a:pt x="1891776" y="459922"/>
                  </a:lnTo>
                  <a:lnTo>
                    <a:pt x="1916201" y="498313"/>
                  </a:lnTo>
                  <a:lnTo>
                    <a:pt x="1938958" y="537827"/>
                  </a:lnTo>
                  <a:lnTo>
                    <a:pt x="1959996" y="578415"/>
                  </a:lnTo>
                  <a:lnTo>
                    <a:pt x="1979265" y="620027"/>
                  </a:lnTo>
                  <a:lnTo>
                    <a:pt x="1996717" y="662615"/>
                  </a:lnTo>
                  <a:lnTo>
                    <a:pt x="2012301" y="706128"/>
                  </a:lnTo>
                  <a:lnTo>
                    <a:pt x="2025968" y="750517"/>
                  </a:lnTo>
                  <a:lnTo>
                    <a:pt x="2037669" y="795733"/>
                  </a:lnTo>
                  <a:lnTo>
                    <a:pt x="2047353" y="841725"/>
                  </a:lnTo>
                  <a:lnTo>
                    <a:pt x="2054972" y="888444"/>
                  </a:lnTo>
                  <a:lnTo>
                    <a:pt x="2060475" y="935841"/>
                  </a:lnTo>
                  <a:lnTo>
                    <a:pt x="2063813" y="983865"/>
                  </a:lnTo>
                  <a:lnTo>
                    <a:pt x="2064937" y="1032468"/>
                  </a:lnTo>
                  <a:lnTo>
                    <a:pt x="2063813" y="1081071"/>
                  </a:lnTo>
                  <a:lnTo>
                    <a:pt x="2060475" y="1129096"/>
                  </a:lnTo>
                  <a:lnTo>
                    <a:pt x="2054972" y="1176493"/>
                  </a:lnTo>
                  <a:lnTo>
                    <a:pt x="2047353" y="1223212"/>
                  </a:lnTo>
                  <a:lnTo>
                    <a:pt x="2037669" y="1269204"/>
                  </a:lnTo>
                  <a:lnTo>
                    <a:pt x="2025968" y="1314419"/>
                  </a:lnTo>
                  <a:lnTo>
                    <a:pt x="2012301" y="1358808"/>
                  </a:lnTo>
                  <a:lnTo>
                    <a:pt x="1996717" y="1402321"/>
                  </a:lnTo>
                  <a:lnTo>
                    <a:pt x="1979265" y="1444909"/>
                  </a:lnTo>
                  <a:lnTo>
                    <a:pt x="1959996" y="1486522"/>
                  </a:lnTo>
                  <a:lnTo>
                    <a:pt x="1938958" y="1527110"/>
                  </a:lnTo>
                  <a:lnTo>
                    <a:pt x="1916201" y="1566624"/>
                  </a:lnTo>
                  <a:lnTo>
                    <a:pt x="1891776" y="1605014"/>
                  </a:lnTo>
                  <a:lnTo>
                    <a:pt x="1865730" y="1642231"/>
                  </a:lnTo>
                  <a:lnTo>
                    <a:pt x="1838115" y="1678225"/>
                  </a:lnTo>
                  <a:lnTo>
                    <a:pt x="1808980" y="1712946"/>
                  </a:lnTo>
                  <a:lnTo>
                    <a:pt x="1778373" y="1746346"/>
                  </a:lnTo>
                  <a:lnTo>
                    <a:pt x="1746345" y="1778373"/>
                  </a:lnTo>
                  <a:lnTo>
                    <a:pt x="1712946" y="1808980"/>
                  </a:lnTo>
                  <a:lnTo>
                    <a:pt x="1678225" y="1838115"/>
                  </a:lnTo>
                  <a:lnTo>
                    <a:pt x="1642231" y="1865730"/>
                  </a:lnTo>
                  <a:lnTo>
                    <a:pt x="1605014" y="1891776"/>
                  </a:lnTo>
                  <a:lnTo>
                    <a:pt x="1566624" y="1916201"/>
                  </a:lnTo>
                  <a:lnTo>
                    <a:pt x="1527110" y="1938958"/>
                  </a:lnTo>
                  <a:lnTo>
                    <a:pt x="1486522" y="1959996"/>
                  </a:lnTo>
                  <a:lnTo>
                    <a:pt x="1444909" y="1979265"/>
                  </a:lnTo>
                  <a:lnTo>
                    <a:pt x="1402321" y="1996717"/>
                  </a:lnTo>
                  <a:lnTo>
                    <a:pt x="1358808" y="2012301"/>
                  </a:lnTo>
                  <a:lnTo>
                    <a:pt x="1314419" y="2025968"/>
                  </a:lnTo>
                  <a:lnTo>
                    <a:pt x="1269204" y="2037669"/>
                  </a:lnTo>
                  <a:lnTo>
                    <a:pt x="1223211" y="2047353"/>
                  </a:lnTo>
                  <a:lnTo>
                    <a:pt x="1176492" y="2054972"/>
                  </a:lnTo>
                  <a:lnTo>
                    <a:pt x="1129096" y="2060475"/>
                  </a:lnTo>
                  <a:lnTo>
                    <a:pt x="1081071" y="2063813"/>
                  </a:lnTo>
                  <a:lnTo>
                    <a:pt x="1032468" y="2064937"/>
                  </a:lnTo>
                  <a:close/>
                </a:path>
              </a:pathLst>
            </a:custGeom>
            <a:solidFill>
              <a:srgbClr val="E761A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69007" y="4286008"/>
              <a:ext cx="1028699" cy="108584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9719454" y="6282968"/>
            <a:ext cx="2597785" cy="2220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200" spc="114" b="1">
                <a:solidFill>
                  <a:srgbClr val="3F3F3F"/>
                </a:solidFill>
                <a:latin typeface="Trebuchet MS"/>
                <a:cs typeface="Trebuchet MS"/>
              </a:rPr>
              <a:t>Base</a:t>
            </a:r>
            <a:r>
              <a:rPr dirty="0" sz="22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200" spc="65" b="1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dirty="0" sz="22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200" spc="120" b="1">
                <a:solidFill>
                  <a:srgbClr val="3F3F3F"/>
                </a:solidFill>
                <a:latin typeface="Trebuchet MS"/>
                <a:cs typeface="Trebuchet MS"/>
              </a:rPr>
              <a:t>Datos</a:t>
            </a:r>
            <a:endParaRPr sz="2200">
              <a:latin typeface="Trebuchet MS"/>
              <a:cs typeface="Trebuchet MS"/>
            </a:endParaRPr>
          </a:p>
          <a:p>
            <a:pPr algn="ctr" marL="12700" marR="5080">
              <a:lnSpc>
                <a:spcPct val="116799"/>
              </a:lnSpc>
              <a:spcBef>
                <a:spcPts val="1745"/>
              </a:spcBef>
            </a:pPr>
            <a:r>
              <a:rPr dirty="0" sz="2300" spc="95">
                <a:solidFill>
                  <a:srgbClr val="3F3F3F"/>
                </a:solidFill>
                <a:latin typeface="Tahoma"/>
                <a:cs typeface="Tahoma"/>
              </a:rPr>
              <a:t>MySQL</a:t>
            </a:r>
            <a:r>
              <a:rPr dirty="0" sz="2300" spc="-11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-210">
                <a:solidFill>
                  <a:srgbClr val="3F3F3F"/>
                </a:solidFill>
                <a:latin typeface="Tahoma"/>
                <a:cs typeface="Tahoma"/>
              </a:rPr>
              <a:t>·</a:t>
            </a:r>
            <a:r>
              <a:rPr dirty="0" sz="2300" spc="-11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130">
                <a:solidFill>
                  <a:srgbClr val="3F3F3F"/>
                </a:solidFill>
                <a:latin typeface="Tahoma"/>
                <a:cs typeface="Tahoma"/>
              </a:rPr>
              <a:t>Modelo </a:t>
            </a:r>
            <a:r>
              <a:rPr dirty="0" sz="2300" spc="75">
                <a:solidFill>
                  <a:srgbClr val="3F3F3F"/>
                </a:solidFill>
                <a:latin typeface="Tahoma"/>
                <a:cs typeface="Tahoma"/>
              </a:rPr>
              <a:t>relacional</a:t>
            </a:r>
            <a:r>
              <a:rPr dirty="0" sz="2300" spc="-9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-50">
                <a:solidFill>
                  <a:srgbClr val="3F3F3F"/>
                </a:solidFill>
                <a:latin typeface="Tahoma"/>
                <a:cs typeface="Tahoma"/>
              </a:rPr>
              <a:t>· </a:t>
            </a:r>
            <a:r>
              <a:rPr dirty="0" sz="2300" spc="90">
                <a:solidFill>
                  <a:srgbClr val="3F3F3F"/>
                </a:solidFill>
                <a:latin typeface="Tahoma"/>
                <a:cs typeface="Tahoma"/>
              </a:rPr>
              <a:t>Migraciones</a:t>
            </a:r>
            <a:r>
              <a:rPr dirty="0" sz="2300" spc="-11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-210">
                <a:solidFill>
                  <a:srgbClr val="3F3F3F"/>
                </a:solidFill>
                <a:latin typeface="Tahoma"/>
                <a:cs typeface="Tahoma"/>
              </a:rPr>
              <a:t>·</a:t>
            </a:r>
            <a:r>
              <a:rPr dirty="0" sz="2300" spc="-10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130">
                <a:solidFill>
                  <a:srgbClr val="3F3F3F"/>
                </a:solidFill>
                <a:latin typeface="Tahoma"/>
                <a:cs typeface="Tahoma"/>
              </a:rPr>
              <a:t>ORM </a:t>
            </a:r>
            <a:r>
              <a:rPr dirty="0" sz="2300" spc="75">
                <a:solidFill>
                  <a:srgbClr val="3F3F3F"/>
                </a:solidFill>
                <a:latin typeface="Tahoma"/>
                <a:cs typeface="Tahoma"/>
              </a:rPr>
              <a:t>estructurado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523917" y="6243892"/>
            <a:ext cx="2601595" cy="2259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1780">
              <a:lnSpc>
                <a:spcPct val="100000"/>
              </a:lnSpc>
              <a:spcBef>
                <a:spcPts val="95"/>
              </a:spcBef>
            </a:pPr>
            <a:r>
              <a:rPr dirty="0" sz="2200" spc="35" b="1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dirty="0" sz="2200" spc="-650" b="1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baseline="-7575" sz="3300" spc="52" b="1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dirty="0" baseline="-7575" sz="3300" spc="-1214" b="1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2200" spc="-110" b="1">
                <a:solidFill>
                  <a:srgbClr val="3F3F3F"/>
                </a:solidFill>
                <a:latin typeface="Trebuchet MS"/>
                <a:cs typeface="Trebuchet MS"/>
              </a:rPr>
              <a:t>&amp;</a:t>
            </a:r>
            <a:r>
              <a:rPr dirty="0" baseline="-7575" sz="3300" spc="-1252" b="1">
                <a:solidFill>
                  <a:srgbClr val="3F3F3F"/>
                </a:solidFill>
                <a:latin typeface="Trebuchet MS"/>
                <a:cs typeface="Trebuchet MS"/>
              </a:rPr>
              <a:t>&amp;</a:t>
            </a:r>
            <a:r>
              <a:rPr dirty="0" sz="2200" spc="35" b="1">
                <a:solidFill>
                  <a:srgbClr val="3F3F3F"/>
                </a:solidFill>
                <a:latin typeface="Trebuchet MS"/>
                <a:cs typeface="Trebuchet MS"/>
              </a:rPr>
              <a:t>C</a:t>
            </a:r>
            <a:r>
              <a:rPr dirty="0" sz="2200" spc="-1055" b="1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baseline="-7575" sz="3300" spc="-187" b="1">
                <a:solidFill>
                  <a:srgbClr val="3F3F3F"/>
                </a:solidFill>
                <a:latin typeface="Trebuchet MS"/>
                <a:cs typeface="Trebuchet MS"/>
              </a:rPr>
              <a:t>C</a:t>
            </a:r>
            <a:r>
              <a:rPr dirty="0" sz="2200" spc="-455" b="1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dirty="0" baseline="-7575" sz="3300" spc="-1042" b="1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2200" spc="35" b="1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dirty="0" sz="2200" spc="-1100" b="1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dirty="0" baseline="-7575" sz="3300" spc="52" b="1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dirty="0" baseline="-7575" sz="3300" spc="-97" b="1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dirty="0" sz="2200" spc="-1045" b="1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baseline="-7575" sz="3300" spc="-179" b="1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dirty="0" sz="2200" spc="-1085" b="1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dirty="0" baseline="-7575" sz="3300" spc="52" b="1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baseline="-7575" sz="3300" spc="60" b="1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endParaRPr baseline="-7575" sz="3300">
              <a:latin typeface="Trebuchet MS"/>
              <a:cs typeface="Trebuchet MS"/>
            </a:endParaRPr>
          </a:p>
          <a:p>
            <a:pPr algn="ctr" marL="37465" marR="30480">
              <a:lnSpc>
                <a:spcPct val="116799"/>
              </a:lnSpc>
              <a:spcBef>
                <a:spcPts val="2055"/>
              </a:spcBef>
            </a:pPr>
            <a:r>
              <a:rPr dirty="0" sz="2300" spc="90">
                <a:solidFill>
                  <a:srgbClr val="3F3F3F"/>
                </a:solidFill>
                <a:latin typeface="Tahoma"/>
                <a:cs typeface="Tahoma"/>
              </a:rPr>
              <a:t>Python</a:t>
            </a:r>
            <a:r>
              <a:rPr dirty="0" sz="2300" spc="-7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-210">
                <a:solidFill>
                  <a:srgbClr val="3F3F3F"/>
                </a:solidFill>
                <a:latin typeface="Tahoma"/>
                <a:cs typeface="Tahoma"/>
              </a:rPr>
              <a:t>·</a:t>
            </a:r>
            <a:r>
              <a:rPr dirty="0" sz="2300" spc="-7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3F3F3F"/>
                </a:solidFill>
                <a:latin typeface="Tahoma"/>
                <a:cs typeface="Tahoma"/>
              </a:rPr>
              <a:t>FastAPI</a:t>
            </a:r>
            <a:r>
              <a:rPr dirty="0" sz="2300" spc="-7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-50">
                <a:solidFill>
                  <a:srgbClr val="3F3F3F"/>
                </a:solidFill>
                <a:latin typeface="Tahoma"/>
                <a:cs typeface="Tahoma"/>
              </a:rPr>
              <a:t>· </a:t>
            </a:r>
            <a:r>
              <a:rPr dirty="0" sz="2300" spc="125">
                <a:solidFill>
                  <a:srgbClr val="3F3F3F"/>
                </a:solidFill>
                <a:latin typeface="Tahoma"/>
                <a:cs typeface="Tahoma"/>
              </a:rPr>
              <a:t>LLM</a:t>
            </a:r>
            <a:r>
              <a:rPr dirty="0" sz="2300" spc="-10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100">
                <a:solidFill>
                  <a:srgbClr val="3F3F3F"/>
                </a:solidFill>
                <a:latin typeface="Tahoma"/>
                <a:cs typeface="Tahoma"/>
              </a:rPr>
              <a:t>Ollama</a:t>
            </a:r>
            <a:r>
              <a:rPr dirty="0" sz="2300" spc="-10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-50">
                <a:solidFill>
                  <a:srgbClr val="3F3F3F"/>
                </a:solidFill>
                <a:latin typeface="Tahoma"/>
                <a:cs typeface="Tahoma"/>
              </a:rPr>
              <a:t>· </a:t>
            </a:r>
            <a:r>
              <a:rPr dirty="0" sz="2300" spc="90">
                <a:solidFill>
                  <a:srgbClr val="3F3F3F"/>
                </a:solidFill>
                <a:latin typeface="Tahoma"/>
                <a:cs typeface="Tahoma"/>
              </a:rPr>
              <a:t>Docker</a:t>
            </a:r>
            <a:r>
              <a:rPr dirty="0" sz="2300" spc="-12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-210">
                <a:solidFill>
                  <a:srgbClr val="3F3F3F"/>
                </a:solidFill>
                <a:latin typeface="Tahoma"/>
                <a:cs typeface="Tahoma"/>
              </a:rPr>
              <a:t>·</a:t>
            </a:r>
            <a:r>
              <a:rPr dirty="0" sz="2300" spc="-114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60">
                <a:solidFill>
                  <a:srgbClr val="3F3F3F"/>
                </a:solidFill>
                <a:latin typeface="Tahoma"/>
                <a:cs typeface="Tahoma"/>
              </a:rPr>
              <a:t>Supertest</a:t>
            </a:r>
            <a:endParaRPr sz="23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65"/>
              </a:spcBef>
            </a:pPr>
            <a:r>
              <a:rPr dirty="0" sz="2300" spc="-210">
                <a:solidFill>
                  <a:srgbClr val="3F3F3F"/>
                </a:solidFill>
                <a:latin typeface="Tahoma"/>
                <a:cs typeface="Tahoma"/>
              </a:rPr>
              <a:t>·</a:t>
            </a:r>
            <a:r>
              <a:rPr dirty="0" sz="2300" spc="-114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ahoma"/>
                <a:cs typeface="Tahoma"/>
              </a:rPr>
              <a:t>ESLint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0265326" y="0"/>
            <a:ext cx="8023225" cy="3949700"/>
            <a:chOff x="10265326" y="0"/>
            <a:chExt cx="8023225" cy="394970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06395" y="0"/>
              <a:ext cx="4681604" cy="39497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65326" y="2666012"/>
              <a:ext cx="6322987" cy="108231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6441142" y="602669"/>
            <a:ext cx="106743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ahoma"/>
                <a:cs typeface="Tahoma"/>
              </a:rPr>
              <a:t>Page-</a:t>
            </a:r>
            <a:r>
              <a:rPr dirty="0" sz="2200" spc="-25">
                <a:latin typeface="Tahoma"/>
                <a:cs typeface="Tahoma"/>
              </a:rPr>
              <a:t>08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282950" y="2389645"/>
            <a:ext cx="3079750" cy="1151890"/>
          </a:xfrm>
          <a:prstGeom prst="rect"/>
        </p:spPr>
        <p:txBody>
          <a:bodyPr wrap="square" lIns="0" tIns="46355" rIns="0" bIns="0" rtlCol="0" vert="horz">
            <a:spAutoFit/>
          </a:bodyPr>
          <a:lstStyle/>
          <a:p>
            <a:pPr marL="12700" marR="5080">
              <a:lnSpc>
                <a:spcPts val="4350"/>
              </a:lnSpc>
              <a:spcBef>
                <a:spcPts val="365"/>
              </a:spcBef>
            </a:pPr>
            <a:r>
              <a:rPr dirty="0" spc="-10"/>
              <a:t>Objetivos </a:t>
            </a:r>
            <a:r>
              <a:rPr dirty="0"/>
              <a:t>del</a:t>
            </a:r>
            <a:r>
              <a:rPr dirty="0" spc="35"/>
              <a:t> </a:t>
            </a:r>
            <a:r>
              <a:rPr dirty="0" spc="40"/>
              <a:t>Proyecto</a:t>
            </a: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65326" y="2668810"/>
            <a:ext cx="1081903" cy="108203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0628197" y="2943555"/>
            <a:ext cx="42164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160" b="1">
                <a:solidFill>
                  <a:srgbClr val="FFFFFF"/>
                </a:solidFill>
                <a:latin typeface="Tahoma"/>
                <a:cs typeface="Tahoma"/>
              </a:rPr>
              <a:t>01.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710237" y="2827135"/>
            <a:ext cx="3545204" cy="70929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>
              <a:lnSpc>
                <a:spcPts val="2630"/>
              </a:lnSpc>
              <a:spcBef>
                <a:spcPts val="295"/>
              </a:spcBef>
            </a:pPr>
            <a:r>
              <a:rPr dirty="0" sz="2300" spc="-40" b="1">
                <a:solidFill>
                  <a:srgbClr val="FFFFFF"/>
                </a:solidFill>
                <a:latin typeface="Tahoma"/>
                <a:cs typeface="Tahoma"/>
              </a:rPr>
              <a:t>Plataforma</a:t>
            </a:r>
            <a:r>
              <a:rPr dirty="0" sz="2300" spc="-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web</a:t>
            </a:r>
            <a:r>
              <a:rPr dirty="0" sz="2300" spc="-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55" b="1">
                <a:solidFill>
                  <a:srgbClr val="FFFFFF"/>
                </a:solidFill>
                <a:latin typeface="Tahoma"/>
                <a:cs typeface="Tahoma"/>
              </a:rPr>
              <a:t>con</a:t>
            </a:r>
            <a:r>
              <a:rPr dirty="0" sz="2300" spc="-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25" b="1">
                <a:solidFill>
                  <a:srgbClr val="FFFFFF"/>
                </a:solidFill>
                <a:latin typeface="Tahoma"/>
                <a:cs typeface="Tahoma"/>
              </a:rPr>
              <a:t>IA</a:t>
            </a:r>
            <a:r>
              <a:rPr dirty="0" sz="2300" spc="-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50" b="1">
                <a:solidFill>
                  <a:srgbClr val="FFFFFF"/>
                </a:solidFill>
                <a:latin typeface="Tahoma"/>
                <a:cs typeface="Tahoma"/>
              </a:rPr>
              <a:t>y </a:t>
            </a:r>
            <a:r>
              <a:rPr dirty="0" sz="2300" spc="-35" b="1">
                <a:solidFill>
                  <a:srgbClr val="FFFFFF"/>
                </a:solidFill>
                <a:latin typeface="Tahoma"/>
                <a:cs typeface="Tahoma"/>
              </a:rPr>
              <a:t>matching</a:t>
            </a:r>
            <a:r>
              <a:rPr dirty="0" sz="2300" spc="-1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10" b="1">
                <a:solidFill>
                  <a:srgbClr val="FFFFFF"/>
                </a:solidFill>
                <a:latin typeface="Tahoma"/>
                <a:cs typeface="Tahoma"/>
              </a:rPr>
              <a:t>auditable</a:t>
            </a:r>
            <a:endParaRPr sz="2300">
              <a:latin typeface="Tahoma"/>
              <a:cs typeface="Tahoma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5326" y="4236897"/>
            <a:ext cx="6322987" cy="108231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65326" y="4236897"/>
            <a:ext cx="1081903" cy="108203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628197" y="4519165"/>
            <a:ext cx="47625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25" b="1">
                <a:solidFill>
                  <a:srgbClr val="FFFFFF"/>
                </a:solidFill>
                <a:latin typeface="Tahoma"/>
                <a:cs typeface="Tahoma"/>
              </a:rPr>
              <a:t>02.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10237" y="4406642"/>
            <a:ext cx="3907790" cy="70929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>
              <a:lnSpc>
                <a:spcPts val="2630"/>
              </a:lnSpc>
              <a:spcBef>
                <a:spcPts val="295"/>
              </a:spcBef>
            </a:pP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Cuestionario</a:t>
            </a:r>
            <a:r>
              <a:rPr dirty="0" sz="2300" spc="-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300" spc="-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80" b="1">
                <a:solidFill>
                  <a:srgbClr val="FFFFFF"/>
                </a:solidFill>
                <a:latin typeface="Tahoma"/>
                <a:cs typeface="Tahoma"/>
              </a:rPr>
              <a:t>triaje</a:t>
            </a:r>
            <a:r>
              <a:rPr dirty="0" sz="2300" spc="-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55" b="1">
                <a:solidFill>
                  <a:srgbClr val="FFFFFF"/>
                </a:solidFill>
                <a:latin typeface="Tahoma"/>
                <a:cs typeface="Tahoma"/>
              </a:rPr>
              <a:t>e </a:t>
            </a:r>
            <a:r>
              <a:rPr dirty="0" sz="2300" spc="-25" b="1">
                <a:solidFill>
                  <a:srgbClr val="FFFFFF"/>
                </a:solidFill>
                <a:latin typeface="Tahoma"/>
                <a:cs typeface="Tahoma"/>
              </a:rPr>
              <a:t>integración</a:t>
            </a:r>
            <a:r>
              <a:rPr dirty="0" sz="2300" spc="-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25" b="1">
                <a:solidFill>
                  <a:srgbClr val="FFFFFF"/>
                </a:solidFill>
                <a:latin typeface="Tahoma"/>
                <a:cs typeface="Tahoma"/>
              </a:rPr>
              <a:t>IA</a:t>
            </a:r>
            <a:r>
              <a:rPr dirty="0" sz="2300" spc="-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55" b="1">
                <a:solidFill>
                  <a:srgbClr val="FFFFFF"/>
                </a:solidFill>
                <a:latin typeface="Tahoma"/>
                <a:cs typeface="Tahoma"/>
              </a:rPr>
              <a:t>con</a:t>
            </a:r>
            <a:r>
              <a:rPr dirty="0" sz="2300" spc="-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10" b="1">
                <a:solidFill>
                  <a:srgbClr val="FFFFFF"/>
                </a:solidFill>
                <a:latin typeface="Tahoma"/>
                <a:cs typeface="Tahoma"/>
              </a:rPr>
              <a:t>fallback</a:t>
            </a:r>
            <a:endParaRPr sz="23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95650" y="5482230"/>
            <a:ext cx="7390996" cy="480476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5326" y="5804985"/>
            <a:ext cx="6322987" cy="108231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65326" y="5804985"/>
            <a:ext cx="1081903" cy="108203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0628197" y="6087116"/>
            <a:ext cx="480059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25" b="1">
                <a:solidFill>
                  <a:srgbClr val="FFFFFF"/>
                </a:solidFill>
                <a:latin typeface="Tahoma"/>
                <a:cs typeface="Tahoma"/>
              </a:rPr>
              <a:t>03.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10237" y="5972816"/>
            <a:ext cx="3561079" cy="70929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>
              <a:lnSpc>
                <a:spcPts val="2630"/>
              </a:lnSpc>
              <a:spcBef>
                <a:spcPts val="295"/>
              </a:spcBef>
            </a:pPr>
            <a:r>
              <a:rPr dirty="0" sz="2300" spc="-30" b="1">
                <a:solidFill>
                  <a:srgbClr val="FFFFFF"/>
                </a:solidFill>
                <a:latin typeface="Tahoma"/>
                <a:cs typeface="Tahoma"/>
              </a:rPr>
              <a:t>Algoritmo</a:t>
            </a:r>
            <a:r>
              <a:rPr dirty="0" sz="2300" spc="-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300" spc="-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scoring</a:t>
            </a:r>
            <a:r>
              <a:rPr dirty="0" sz="2300" spc="-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55" b="1">
                <a:solidFill>
                  <a:srgbClr val="FFFFFF"/>
                </a:solidFill>
                <a:latin typeface="Tahoma"/>
                <a:cs typeface="Tahoma"/>
              </a:rPr>
              <a:t>e </a:t>
            </a: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interfaces</a:t>
            </a:r>
            <a:r>
              <a:rPr dirty="0" sz="2300" spc="-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10" b="1">
                <a:solidFill>
                  <a:srgbClr val="FFFFFF"/>
                </a:solidFill>
                <a:latin typeface="Tahoma"/>
                <a:cs typeface="Tahoma"/>
              </a:rPr>
              <a:t>diferenciadas</a:t>
            </a:r>
            <a:endParaRPr sz="23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5326" y="7373073"/>
            <a:ext cx="6322987" cy="108231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65326" y="7373073"/>
            <a:ext cx="1081903" cy="108203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0628197" y="7655204"/>
            <a:ext cx="480059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25" b="1">
                <a:solidFill>
                  <a:srgbClr val="FFFFFF"/>
                </a:solidFill>
                <a:latin typeface="Tahoma"/>
                <a:cs typeface="Tahoma"/>
              </a:rPr>
              <a:t>04.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10237" y="7540904"/>
            <a:ext cx="4253865" cy="70929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>
              <a:lnSpc>
                <a:spcPts val="2620"/>
              </a:lnSpc>
              <a:spcBef>
                <a:spcPts val="300"/>
              </a:spcBef>
            </a:pP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Notificaciones</a:t>
            </a:r>
            <a:r>
              <a:rPr dirty="0" sz="2300" spc="-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0" b="1">
                <a:solidFill>
                  <a:srgbClr val="FFFFFF"/>
                </a:solidFill>
                <a:latin typeface="Tahoma"/>
                <a:cs typeface="Tahoma"/>
              </a:rPr>
              <a:t>automáticas</a:t>
            </a:r>
            <a:r>
              <a:rPr dirty="0" sz="2300" spc="-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50" b="1">
                <a:solidFill>
                  <a:srgbClr val="FFFFFF"/>
                </a:solidFill>
                <a:latin typeface="Tahoma"/>
                <a:cs typeface="Tahoma"/>
              </a:rPr>
              <a:t>y </a:t>
            </a: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accesibilidad</a:t>
            </a:r>
            <a:r>
              <a:rPr dirty="0" sz="2300" spc="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120" b="1">
                <a:solidFill>
                  <a:srgbClr val="FFFFFF"/>
                </a:solidFill>
                <a:latin typeface="Tahoma"/>
                <a:cs typeface="Tahoma"/>
              </a:rPr>
              <a:t>WCAG</a:t>
            </a:r>
            <a:r>
              <a:rPr dirty="0" sz="2300" spc="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10" b="1">
                <a:solidFill>
                  <a:srgbClr val="FFFFFF"/>
                </a:solidFill>
                <a:latin typeface="Tahoma"/>
                <a:cs typeface="Tahoma"/>
              </a:rPr>
              <a:t>2.1</a:t>
            </a:r>
            <a:r>
              <a:rPr dirty="0" sz="2300" spc="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5" b="1">
                <a:solidFill>
                  <a:srgbClr val="FFFFFF"/>
                </a:solidFill>
                <a:latin typeface="Tahoma"/>
                <a:cs typeface="Tahoma"/>
              </a:rPr>
              <a:t>AA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0265326" y="0"/>
            <a:ext cx="8023225" cy="3949700"/>
            <a:chOff x="10265326" y="0"/>
            <a:chExt cx="8023225" cy="394970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06395" y="0"/>
              <a:ext cx="4681604" cy="39497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65326" y="2666012"/>
              <a:ext cx="6322987" cy="108231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6441142" y="602669"/>
            <a:ext cx="106743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ahoma"/>
                <a:cs typeface="Tahoma"/>
              </a:rPr>
              <a:t>Page-</a:t>
            </a:r>
            <a:r>
              <a:rPr dirty="0" sz="2200" spc="-25">
                <a:latin typeface="Tahoma"/>
                <a:cs typeface="Tahoma"/>
              </a:rPr>
              <a:t>09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282950" y="2372461"/>
            <a:ext cx="6021705" cy="1168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0" spc="-10"/>
              <a:t>Metodología</a:t>
            </a:r>
            <a:endParaRPr sz="7500"/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65326" y="2668810"/>
            <a:ext cx="1081903" cy="108203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0593591" y="2945479"/>
            <a:ext cx="425450" cy="3797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00" spc="-150" b="1">
                <a:solidFill>
                  <a:srgbClr val="FFFFFF"/>
                </a:solidFill>
                <a:latin typeface="Tahoma"/>
                <a:cs typeface="Tahoma"/>
              </a:rPr>
              <a:t>01.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710237" y="2945479"/>
            <a:ext cx="4493260" cy="3797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00" spc="-10" b="1">
                <a:solidFill>
                  <a:srgbClr val="FFFFFF"/>
                </a:solidFill>
                <a:latin typeface="Tahoma"/>
                <a:cs typeface="Tahoma"/>
              </a:rPr>
              <a:t>Requerimientos</a:t>
            </a:r>
            <a:r>
              <a:rPr dirty="0" sz="2300" spc="-1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2300" spc="-1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10" b="1">
                <a:solidFill>
                  <a:srgbClr val="FFFFFF"/>
                </a:solidFill>
                <a:latin typeface="Tahoma"/>
                <a:cs typeface="Tahoma"/>
              </a:rPr>
              <a:t>Arquitectura</a:t>
            </a:r>
            <a:endParaRPr sz="2300">
              <a:latin typeface="Tahoma"/>
              <a:cs typeface="Tahoma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5326" y="4236897"/>
            <a:ext cx="6322987" cy="108231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65326" y="4236897"/>
            <a:ext cx="1081903" cy="108203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566206" y="4513566"/>
            <a:ext cx="480059" cy="3797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00" spc="-25" b="1">
                <a:solidFill>
                  <a:srgbClr val="FFFFFF"/>
                </a:solidFill>
                <a:latin typeface="Tahoma"/>
                <a:cs typeface="Tahoma"/>
              </a:rPr>
              <a:t>02.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10237" y="4516364"/>
            <a:ext cx="3389629" cy="3797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Desarrollo</a:t>
            </a:r>
            <a:r>
              <a:rPr dirty="0" sz="2300" spc="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35" b="1">
                <a:solidFill>
                  <a:srgbClr val="FFFFFF"/>
                </a:solidFill>
                <a:latin typeface="Tahoma"/>
                <a:cs typeface="Tahoma"/>
              </a:rPr>
              <a:t>Incremental</a:t>
            </a:r>
            <a:endParaRPr sz="23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95650" y="5482230"/>
            <a:ext cx="7390996" cy="480476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5326" y="5804985"/>
            <a:ext cx="6322987" cy="108231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65326" y="5804985"/>
            <a:ext cx="1081903" cy="108203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0564123" y="6081654"/>
            <a:ext cx="484505" cy="3797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00" spc="-25" b="1">
                <a:solidFill>
                  <a:srgbClr val="FFFFFF"/>
                </a:solidFill>
                <a:latin typeface="Tahoma"/>
                <a:cs typeface="Tahoma"/>
              </a:rPr>
              <a:t>03.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10237" y="6084452"/>
            <a:ext cx="4144645" cy="3797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00" spc="-45" b="1">
                <a:solidFill>
                  <a:srgbClr val="FFFFFF"/>
                </a:solidFill>
                <a:latin typeface="Tahoma"/>
                <a:cs typeface="Tahoma"/>
              </a:rPr>
              <a:t>Integración</a:t>
            </a:r>
            <a:r>
              <a:rPr dirty="0" sz="2300" spc="-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10" b="1">
                <a:solidFill>
                  <a:srgbClr val="FFFFFF"/>
                </a:solidFill>
                <a:latin typeface="Tahoma"/>
                <a:cs typeface="Tahoma"/>
              </a:rPr>
              <a:t>IA</a:t>
            </a:r>
            <a:r>
              <a:rPr dirty="0" sz="2300" spc="-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434" b="1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dirty="0" sz="2300" spc="-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10" b="1">
                <a:solidFill>
                  <a:srgbClr val="FFFFFF"/>
                </a:solidFill>
                <a:latin typeface="Tahoma"/>
                <a:cs typeface="Tahoma"/>
              </a:rPr>
              <a:t>Verificación</a:t>
            </a:r>
            <a:endParaRPr sz="23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5326" y="7373073"/>
            <a:ext cx="6322987" cy="108231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65326" y="7373073"/>
            <a:ext cx="1081903" cy="108203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0564272" y="7649741"/>
            <a:ext cx="483870" cy="3797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00" spc="-25" b="1">
                <a:solidFill>
                  <a:srgbClr val="FFFFFF"/>
                </a:solidFill>
                <a:latin typeface="Tahoma"/>
                <a:cs typeface="Tahoma"/>
              </a:rPr>
              <a:t>04.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10237" y="7652540"/>
            <a:ext cx="3854450" cy="3797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QA,</a:t>
            </a:r>
            <a:r>
              <a:rPr dirty="0" sz="2300" spc="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Accesibilidad</a:t>
            </a:r>
            <a:r>
              <a:rPr dirty="0" sz="2300" spc="1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2300" spc="1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10" b="1">
                <a:solidFill>
                  <a:srgbClr val="FFFFFF"/>
                </a:solidFill>
                <a:latin typeface="Tahoma"/>
                <a:cs typeface="Tahoma"/>
              </a:rPr>
              <a:t>Cierre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16441142" y="602669"/>
            <a:ext cx="106743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ahoma"/>
                <a:cs typeface="Tahoma"/>
              </a:rPr>
              <a:t>Page-</a:t>
            </a:r>
            <a:r>
              <a:rPr dirty="0" sz="2200" spc="-25">
                <a:latin typeface="Tahoma"/>
                <a:cs typeface="Tahoma"/>
              </a:rPr>
              <a:t>10</a:t>
            </a:r>
            <a:endParaRPr sz="2200">
              <a:latin typeface="Tahoma"/>
              <a:cs typeface="Tahoma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9453" y="1997564"/>
            <a:ext cx="5922755" cy="7054987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8596490" y="2143823"/>
            <a:ext cx="4657090" cy="10712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850" spc="-10"/>
              <a:t>Evidencias</a:t>
            </a:r>
            <a:endParaRPr sz="6850"/>
          </a:p>
        </p:txBody>
      </p:sp>
      <p:grpSp>
        <p:nvGrpSpPr>
          <p:cNvPr id="13" name="object 13"/>
          <p:cNvGrpSpPr/>
          <p:nvPr/>
        </p:nvGrpSpPr>
        <p:grpSpPr>
          <a:xfrm>
            <a:off x="8681718" y="3962013"/>
            <a:ext cx="462280" cy="462280"/>
            <a:chOff x="8681718" y="3962013"/>
            <a:chExt cx="462280" cy="462280"/>
          </a:xfrm>
        </p:grpSpPr>
        <p:sp>
          <p:nvSpPr>
            <p:cNvPr id="14" name="object 14"/>
            <p:cNvSpPr/>
            <p:nvPr/>
          </p:nvSpPr>
          <p:spPr>
            <a:xfrm>
              <a:off x="8681718" y="3962013"/>
              <a:ext cx="462280" cy="462280"/>
            </a:xfrm>
            <a:custGeom>
              <a:avLst/>
              <a:gdLst/>
              <a:ahLst/>
              <a:cxnLst/>
              <a:rect l="l" t="t" r="r" b="b"/>
              <a:pathLst>
                <a:path w="462279" h="462279">
                  <a:moveTo>
                    <a:pt x="231130" y="462260"/>
                  </a:moveTo>
                  <a:lnTo>
                    <a:pt x="184552" y="457563"/>
                  </a:lnTo>
                  <a:lnTo>
                    <a:pt x="141169" y="444094"/>
                  </a:lnTo>
                  <a:lnTo>
                    <a:pt x="101908" y="422783"/>
                  </a:lnTo>
                  <a:lnTo>
                    <a:pt x="67701" y="394558"/>
                  </a:lnTo>
                  <a:lnTo>
                    <a:pt x="39476" y="360351"/>
                  </a:lnTo>
                  <a:lnTo>
                    <a:pt x="18165" y="321090"/>
                  </a:lnTo>
                  <a:lnTo>
                    <a:pt x="4696" y="277707"/>
                  </a:lnTo>
                  <a:lnTo>
                    <a:pt x="0" y="231130"/>
                  </a:lnTo>
                  <a:lnTo>
                    <a:pt x="4696" y="184552"/>
                  </a:lnTo>
                  <a:lnTo>
                    <a:pt x="18165" y="141169"/>
                  </a:lnTo>
                  <a:lnTo>
                    <a:pt x="39476" y="101908"/>
                  </a:lnTo>
                  <a:lnTo>
                    <a:pt x="67701" y="67701"/>
                  </a:lnTo>
                  <a:lnTo>
                    <a:pt x="101908" y="39476"/>
                  </a:lnTo>
                  <a:lnTo>
                    <a:pt x="141169" y="18165"/>
                  </a:lnTo>
                  <a:lnTo>
                    <a:pt x="184552" y="4696"/>
                  </a:lnTo>
                  <a:lnTo>
                    <a:pt x="231130" y="0"/>
                  </a:lnTo>
                  <a:lnTo>
                    <a:pt x="277707" y="4696"/>
                  </a:lnTo>
                  <a:lnTo>
                    <a:pt x="321090" y="18165"/>
                  </a:lnTo>
                  <a:lnTo>
                    <a:pt x="360351" y="39476"/>
                  </a:lnTo>
                  <a:lnTo>
                    <a:pt x="394558" y="67701"/>
                  </a:lnTo>
                  <a:lnTo>
                    <a:pt x="422783" y="101908"/>
                  </a:lnTo>
                  <a:lnTo>
                    <a:pt x="441535" y="136453"/>
                  </a:lnTo>
                  <a:lnTo>
                    <a:pt x="336725" y="136453"/>
                  </a:lnTo>
                  <a:lnTo>
                    <a:pt x="323708" y="138996"/>
                  </a:lnTo>
                  <a:lnTo>
                    <a:pt x="312242" y="146626"/>
                  </a:lnTo>
                  <a:lnTo>
                    <a:pt x="254765" y="204103"/>
                  </a:lnTo>
                  <a:lnTo>
                    <a:pt x="133876" y="204103"/>
                  </a:lnTo>
                  <a:lnTo>
                    <a:pt x="120905" y="206621"/>
                  </a:lnTo>
                  <a:lnTo>
                    <a:pt x="109461" y="214175"/>
                  </a:lnTo>
                  <a:lnTo>
                    <a:pt x="101831" y="225640"/>
                  </a:lnTo>
                  <a:lnTo>
                    <a:pt x="99288" y="238658"/>
                  </a:lnTo>
                  <a:lnTo>
                    <a:pt x="101831" y="251675"/>
                  </a:lnTo>
                  <a:lnTo>
                    <a:pt x="177009" y="330689"/>
                  </a:lnTo>
                  <a:lnTo>
                    <a:pt x="201424" y="340862"/>
                  </a:lnTo>
                  <a:lnTo>
                    <a:pt x="433362" y="340862"/>
                  </a:lnTo>
                  <a:lnTo>
                    <a:pt x="422783" y="360351"/>
                  </a:lnTo>
                  <a:lnTo>
                    <a:pt x="394558" y="394558"/>
                  </a:lnTo>
                  <a:lnTo>
                    <a:pt x="360351" y="422783"/>
                  </a:lnTo>
                  <a:lnTo>
                    <a:pt x="321090" y="444094"/>
                  </a:lnTo>
                  <a:lnTo>
                    <a:pt x="277707" y="457563"/>
                  </a:lnTo>
                  <a:lnTo>
                    <a:pt x="231130" y="462260"/>
                  </a:lnTo>
                  <a:close/>
                </a:path>
                <a:path w="462279" h="462279">
                  <a:moveTo>
                    <a:pt x="433362" y="340862"/>
                  </a:moveTo>
                  <a:lnTo>
                    <a:pt x="201424" y="340862"/>
                  </a:lnTo>
                  <a:lnTo>
                    <a:pt x="208236" y="340188"/>
                  </a:lnTo>
                  <a:lnTo>
                    <a:pt x="214717" y="338217"/>
                  </a:lnTo>
                  <a:lnTo>
                    <a:pt x="361208" y="195456"/>
                  </a:lnTo>
                  <a:lnTo>
                    <a:pt x="371279" y="170990"/>
                  </a:lnTo>
                  <a:lnTo>
                    <a:pt x="368761" y="158013"/>
                  </a:lnTo>
                  <a:lnTo>
                    <a:pt x="361208" y="146626"/>
                  </a:lnTo>
                  <a:lnTo>
                    <a:pt x="349742" y="138996"/>
                  </a:lnTo>
                  <a:lnTo>
                    <a:pt x="336725" y="136453"/>
                  </a:lnTo>
                  <a:lnTo>
                    <a:pt x="441535" y="136453"/>
                  </a:lnTo>
                  <a:lnTo>
                    <a:pt x="444094" y="141169"/>
                  </a:lnTo>
                  <a:lnTo>
                    <a:pt x="457563" y="184552"/>
                  </a:lnTo>
                  <a:lnTo>
                    <a:pt x="462260" y="231130"/>
                  </a:lnTo>
                  <a:lnTo>
                    <a:pt x="457563" y="277707"/>
                  </a:lnTo>
                  <a:lnTo>
                    <a:pt x="444094" y="321090"/>
                  </a:lnTo>
                  <a:lnTo>
                    <a:pt x="433362" y="340862"/>
                  </a:lnTo>
                  <a:close/>
                </a:path>
                <a:path w="462279" h="462279">
                  <a:moveTo>
                    <a:pt x="201424" y="257444"/>
                  </a:moveTo>
                  <a:lnTo>
                    <a:pt x="158291" y="214175"/>
                  </a:lnTo>
                  <a:lnTo>
                    <a:pt x="146846" y="206621"/>
                  </a:lnTo>
                  <a:lnTo>
                    <a:pt x="133876" y="204103"/>
                  </a:lnTo>
                  <a:lnTo>
                    <a:pt x="254765" y="204103"/>
                  </a:lnTo>
                  <a:lnTo>
                    <a:pt x="201424" y="257444"/>
                  </a:lnTo>
                  <a:close/>
                </a:path>
              </a:pathLst>
            </a:custGeom>
            <a:solidFill>
              <a:srgbClr val="4B48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781007" y="4098467"/>
              <a:ext cx="272415" cy="204470"/>
            </a:xfrm>
            <a:custGeom>
              <a:avLst/>
              <a:gdLst/>
              <a:ahLst/>
              <a:cxnLst/>
              <a:rect l="l" t="t" r="r" b="b"/>
              <a:pathLst>
                <a:path w="272415" h="204470">
                  <a:moveTo>
                    <a:pt x="102136" y="204409"/>
                  </a:moveTo>
                  <a:lnTo>
                    <a:pt x="10172" y="126687"/>
                  </a:lnTo>
                  <a:lnTo>
                    <a:pt x="0" y="102204"/>
                  </a:lnTo>
                  <a:lnTo>
                    <a:pt x="2543" y="89187"/>
                  </a:lnTo>
                  <a:lnTo>
                    <a:pt x="10172" y="77721"/>
                  </a:lnTo>
                  <a:lnTo>
                    <a:pt x="21617" y="70168"/>
                  </a:lnTo>
                  <a:lnTo>
                    <a:pt x="34588" y="67650"/>
                  </a:lnTo>
                  <a:lnTo>
                    <a:pt x="47558" y="70168"/>
                  </a:lnTo>
                  <a:lnTo>
                    <a:pt x="59003" y="77721"/>
                  </a:lnTo>
                  <a:lnTo>
                    <a:pt x="102136" y="120990"/>
                  </a:lnTo>
                  <a:lnTo>
                    <a:pt x="212954" y="10172"/>
                  </a:lnTo>
                  <a:lnTo>
                    <a:pt x="224420" y="2543"/>
                  </a:lnTo>
                  <a:lnTo>
                    <a:pt x="237437" y="0"/>
                  </a:lnTo>
                  <a:lnTo>
                    <a:pt x="250454" y="2543"/>
                  </a:lnTo>
                  <a:lnTo>
                    <a:pt x="261920" y="10172"/>
                  </a:lnTo>
                  <a:lnTo>
                    <a:pt x="269473" y="21560"/>
                  </a:lnTo>
                  <a:lnTo>
                    <a:pt x="271991" y="34537"/>
                  </a:lnTo>
                  <a:lnTo>
                    <a:pt x="269473" y="47539"/>
                  </a:lnTo>
                  <a:lnTo>
                    <a:pt x="126687" y="194236"/>
                  </a:lnTo>
                  <a:lnTo>
                    <a:pt x="108948" y="203735"/>
                  </a:lnTo>
                  <a:lnTo>
                    <a:pt x="102136" y="2044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" name="object 4"/>
          <p:cNvSpPr/>
          <p:nvPr/>
        </p:nvSpPr>
        <p:spPr>
          <a:xfrm>
            <a:off x="8609190" y="4624628"/>
            <a:ext cx="7767955" cy="0"/>
          </a:xfrm>
          <a:custGeom>
            <a:avLst/>
            <a:gdLst/>
            <a:ahLst/>
            <a:cxnLst/>
            <a:rect l="l" t="t" r="r" b="b"/>
            <a:pathLst>
              <a:path w="7767955" h="0">
                <a:moveTo>
                  <a:pt x="0" y="0"/>
                </a:moveTo>
                <a:lnTo>
                  <a:pt x="7767682" y="0"/>
                </a:lnTo>
              </a:path>
            </a:pathLst>
          </a:custGeom>
          <a:ln w="38099">
            <a:solidFill>
              <a:srgbClr val="D9DAD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8681718" y="4862753"/>
            <a:ext cx="462280" cy="462280"/>
            <a:chOff x="8681718" y="4862753"/>
            <a:chExt cx="462280" cy="462280"/>
          </a:xfrm>
        </p:grpSpPr>
        <p:sp>
          <p:nvSpPr>
            <p:cNvPr id="8" name="object 8"/>
            <p:cNvSpPr/>
            <p:nvPr/>
          </p:nvSpPr>
          <p:spPr>
            <a:xfrm>
              <a:off x="8681718" y="4862753"/>
              <a:ext cx="462280" cy="462280"/>
            </a:xfrm>
            <a:custGeom>
              <a:avLst/>
              <a:gdLst/>
              <a:ahLst/>
              <a:cxnLst/>
              <a:rect l="l" t="t" r="r" b="b"/>
              <a:pathLst>
                <a:path w="462279" h="462279">
                  <a:moveTo>
                    <a:pt x="231130" y="462260"/>
                  </a:moveTo>
                  <a:lnTo>
                    <a:pt x="184552" y="457563"/>
                  </a:lnTo>
                  <a:lnTo>
                    <a:pt x="141169" y="444094"/>
                  </a:lnTo>
                  <a:lnTo>
                    <a:pt x="101908" y="422783"/>
                  </a:lnTo>
                  <a:lnTo>
                    <a:pt x="67701" y="394558"/>
                  </a:lnTo>
                  <a:lnTo>
                    <a:pt x="39476" y="360351"/>
                  </a:lnTo>
                  <a:lnTo>
                    <a:pt x="18165" y="321090"/>
                  </a:lnTo>
                  <a:lnTo>
                    <a:pt x="4696" y="277707"/>
                  </a:lnTo>
                  <a:lnTo>
                    <a:pt x="0" y="231130"/>
                  </a:lnTo>
                  <a:lnTo>
                    <a:pt x="4696" y="184552"/>
                  </a:lnTo>
                  <a:lnTo>
                    <a:pt x="18165" y="141169"/>
                  </a:lnTo>
                  <a:lnTo>
                    <a:pt x="39476" y="101908"/>
                  </a:lnTo>
                  <a:lnTo>
                    <a:pt x="67701" y="67701"/>
                  </a:lnTo>
                  <a:lnTo>
                    <a:pt x="101908" y="39476"/>
                  </a:lnTo>
                  <a:lnTo>
                    <a:pt x="141169" y="18165"/>
                  </a:lnTo>
                  <a:lnTo>
                    <a:pt x="184552" y="4696"/>
                  </a:lnTo>
                  <a:lnTo>
                    <a:pt x="231130" y="0"/>
                  </a:lnTo>
                  <a:lnTo>
                    <a:pt x="277707" y="4696"/>
                  </a:lnTo>
                  <a:lnTo>
                    <a:pt x="321090" y="18165"/>
                  </a:lnTo>
                  <a:lnTo>
                    <a:pt x="360351" y="39476"/>
                  </a:lnTo>
                  <a:lnTo>
                    <a:pt x="394558" y="67701"/>
                  </a:lnTo>
                  <a:lnTo>
                    <a:pt x="422783" y="101908"/>
                  </a:lnTo>
                  <a:lnTo>
                    <a:pt x="441535" y="136453"/>
                  </a:lnTo>
                  <a:lnTo>
                    <a:pt x="336725" y="136453"/>
                  </a:lnTo>
                  <a:lnTo>
                    <a:pt x="323708" y="138996"/>
                  </a:lnTo>
                  <a:lnTo>
                    <a:pt x="312242" y="146626"/>
                  </a:lnTo>
                  <a:lnTo>
                    <a:pt x="254765" y="204103"/>
                  </a:lnTo>
                  <a:lnTo>
                    <a:pt x="133876" y="204103"/>
                  </a:lnTo>
                  <a:lnTo>
                    <a:pt x="120905" y="206621"/>
                  </a:lnTo>
                  <a:lnTo>
                    <a:pt x="109461" y="214175"/>
                  </a:lnTo>
                  <a:lnTo>
                    <a:pt x="101831" y="225640"/>
                  </a:lnTo>
                  <a:lnTo>
                    <a:pt x="99288" y="238658"/>
                  </a:lnTo>
                  <a:lnTo>
                    <a:pt x="101831" y="251675"/>
                  </a:lnTo>
                  <a:lnTo>
                    <a:pt x="177009" y="330689"/>
                  </a:lnTo>
                  <a:lnTo>
                    <a:pt x="201424" y="340862"/>
                  </a:lnTo>
                  <a:lnTo>
                    <a:pt x="433362" y="340862"/>
                  </a:lnTo>
                  <a:lnTo>
                    <a:pt x="422783" y="360351"/>
                  </a:lnTo>
                  <a:lnTo>
                    <a:pt x="394558" y="394558"/>
                  </a:lnTo>
                  <a:lnTo>
                    <a:pt x="360351" y="422783"/>
                  </a:lnTo>
                  <a:lnTo>
                    <a:pt x="321090" y="444094"/>
                  </a:lnTo>
                  <a:lnTo>
                    <a:pt x="277707" y="457563"/>
                  </a:lnTo>
                  <a:lnTo>
                    <a:pt x="231130" y="462260"/>
                  </a:lnTo>
                  <a:close/>
                </a:path>
                <a:path w="462279" h="462279">
                  <a:moveTo>
                    <a:pt x="433362" y="340862"/>
                  </a:moveTo>
                  <a:lnTo>
                    <a:pt x="201424" y="340862"/>
                  </a:lnTo>
                  <a:lnTo>
                    <a:pt x="208236" y="340188"/>
                  </a:lnTo>
                  <a:lnTo>
                    <a:pt x="214717" y="338217"/>
                  </a:lnTo>
                  <a:lnTo>
                    <a:pt x="361208" y="195456"/>
                  </a:lnTo>
                  <a:lnTo>
                    <a:pt x="371279" y="170990"/>
                  </a:lnTo>
                  <a:lnTo>
                    <a:pt x="368761" y="158013"/>
                  </a:lnTo>
                  <a:lnTo>
                    <a:pt x="361208" y="146626"/>
                  </a:lnTo>
                  <a:lnTo>
                    <a:pt x="349742" y="138996"/>
                  </a:lnTo>
                  <a:lnTo>
                    <a:pt x="336725" y="136453"/>
                  </a:lnTo>
                  <a:lnTo>
                    <a:pt x="441535" y="136453"/>
                  </a:lnTo>
                  <a:lnTo>
                    <a:pt x="444094" y="141169"/>
                  </a:lnTo>
                  <a:lnTo>
                    <a:pt x="457563" y="184552"/>
                  </a:lnTo>
                  <a:lnTo>
                    <a:pt x="462260" y="231130"/>
                  </a:lnTo>
                  <a:lnTo>
                    <a:pt x="457563" y="277707"/>
                  </a:lnTo>
                  <a:lnTo>
                    <a:pt x="444094" y="321090"/>
                  </a:lnTo>
                  <a:lnTo>
                    <a:pt x="433362" y="340862"/>
                  </a:lnTo>
                  <a:close/>
                </a:path>
                <a:path w="462279" h="462279">
                  <a:moveTo>
                    <a:pt x="201424" y="257444"/>
                  </a:moveTo>
                  <a:lnTo>
                    <a:pt x="158291" y="214175"/>
                  </a:lnTo>
                  <a:lnTo>
                    <a:pt x="146846" y="206621"/>
                  </a:lnTo>
                  <a:lnTo>
                    <a:pt x="133876" y="204103"/>
                  </a:lnTo>
                  <a:lnTo>
                    <a:pt x="254765" y="204103"/>
                  </a:lnTo>
                  <a:lnTo>
                    <a:pt x="201424" y="257444"/>
                  </a:lnTo>
                  <a:close/>
                </a:path>
              </a:pathLst>
            </a:custGeom>
            <a:solidFill>
              <a:srgbClr val="4B48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781007" y="4999207"/>
              <a:ext cx="272415" cy="204470"/>
            </a:xfrm>
            <a:custGeom>
              <a:avLst/>
              <a:gdLst/>
              <a:ahLst/>
              <a:cxnLst/>
              <a:rect l="l" t="t" r="r" b="b"/>
              <a:pathLst>
                <a:path w="272415" h="204470">
                  <a:moveTo>
                    <a:pt x="102136" y="204409"/>
                  </a:moveTo>
                  <a:lnTo>
                    <a:pt x="10172" y="126687"/>
                  </a:lnTo>
                  <a:lnTo>
                    <a:pt x="0" y="102204"/>
                  </a:lnTo>
                  <a:lnTo>
                    <a:pt x="2543" y="89187"/>
                  </a:lnTo>
                  <a:lnTo>
                    <a:pt x="10172" y="77721"/>
                  </a:lnTo>
                  <a:lnTo>
                    <a:pt x="21617" y="70168"/>
                  </a:lnTo>
                  <a:lnTo>
                    <a:pt x="34588" y="67650"/>
                  </a:lnTo>
                  <a:lnTo>
                    <a:pt x="47558" y="70168"/>
                  </a:lnTo>
                  <a:lnTo>
                    <a:pt x="59003" y="77721"/>
                  </a:lnTo>
                  <a:lnTo>
                    <a:pt x="102136" y="120990"/>
                  </a:lnTo>
                  <a:lnTo>
                    <a:pt x="212954" y="10172"/>
                  </a:lnTo>
                  <a:lnTo>
                    <a:pt x="224420" y="2543"/>
                  </a:lnTo>
                  <a:lnTo>
                    <a:pt x="237437" y="0"/>
                  </a:lnTo>
                  <a:lnTo>
                    <a:pt x="250454" y="2543"/>
                  </a:lnTo>
                  <a:lnTo>
                    <a:pt x="261920" y="10172"/>
                  </a:lnTo>
                  <a:lnTo>
                    <a:pt x="269473" y="21560"/>
                  </a:lnTo>
                  <a:lnTo>
                    <a:pt x="271991" y="34537"/>
                  </a:lnTo>
                  <a:lnTo>
                    <a:pt x="269473" y="47539"/>
                  </a:lnTo>
                  <a:lnTo>
                    <a:pt x="126687" y="194236"/>
                  </a:lnTo>
                  <a:lnTo>
                    <a:pt x="108948" y="203735"/>
                  </a:lnTo>
                  <a:lnTo>
                    <a:pt x="102136" y="2044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8609190" y="5544108"/>
            <a:ext cx="7767955" cy="0"/>
          </a:xfrm>
          <a:custGeom>
            <a:avLst/>
            <a:gdLst/>
            <a:ahLst/>
            <a:cxnLst/>
            <a:rect l="l" t="t" r="r" b="b"/>
            <a:pathLst>
              <a:path w="7767955" h="0">
                <a:moveTo>
                  <a:pt x="0" y="0"/>
                </a:moveTo>
                <a:lnTo>
                  <a:pt x="7767682" y="0"/>
                </a:lnTo>
              </a:path>
            </a:pathLst>
          </a:custGeom>
          <a:ln w="38099">
            <a:solidFill>
              <a:srgbClr val="D9DAD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6" name="object 16"/>
          <p:cNvGrpSpPr/>
          <p:nvPr/>
        </p:nvGrpSpPr>
        <p:grpSpPr>
          <a:xfrm>
            <a:off x="8681718" y="5772708"/>
            <a:ext cx="462280" cy="462280"/>
            <a:chOff x="8681718" y="5772708"/>
            <a:chExt cx="462280" cy="462280"/>
          </a:xfrm>
        </p:grpSpPr>
        <p:sp>
          <p:nvSpPr>
            <p:cNvPr id="17" name="object 17"/>
            <p:cNvSpPr/>
            <p:nvPr/>
          </p:nvSpPr>
          <p:spPr>
            <a:xfrm>
              <a:off x="8681718" y="5772708"/>
              <a:ext cx="462280" cy="462280"/>
            </a:xfrm>
            <a:custGeom>
              <a:avLst/>
              <a:gdLst/>
              <a:ahLst/>
              <a:cxnLst/>
              <a:rect l="l" t="t" r="r" b="b"/>
              <a:pathLst>
                <a:path w="462279" h="462279">
                  <a:moveTo>
                    <a:pt x="231130" y="462260"/>
                  </a:moveTo>
                  <a:lnTo>
                    <a:pt x="184552" y="457563"/>
                  </a:lnTo>
                  <a:lnTo>
                    <a:pt x="141169" y="444094"/>
                  </a:lnTo>
                  <a:lnTo>
                    <a:pt x="101908" y="422783"/>
                  </a:lnTo>
                  <a:lnTo>
                    <a:pt x="67701" y="394558"/>
                  </a:lnTo>
                  <a:lnTo>
                    <a:pt x="39476" y="360351"/>
                  </a:lnTo>
                  <a:lnTo>
                    <a:pt x="18165" y="321090"/>
                  </a:lnTo>
                  <a:lnTo>
                    <a:pt x="4696" y="277707"/>
                  </a:lnTo>
                  <a:lnTo>
                    <a:pt x="0" y="231130"/>
                  </a:lnTo>
                  <a:lnTo>
                    <a:pt x="4696" y="184552"/>
                  </a:lnTo>
                  <a:lnTo>
                    <a:pt x="18165" y="141169"/>
                  </a:lnTo>
                  <a:lnTo>
                    <a:pt x="39476" y="101908"/>
                  </a:lnTo>
                  <a:lnTo>
                    <a:pt x="67701" y="67701"/>
                  </a:lnTo>
                  <a:lnTo>
                    <a:pt x="101908" y="39476"/>
                  </a:lnTo>
                  <a:lnTo>
                    <a:pt x="141169" y="18165"/>
                  </a:lnTo>
                  <a:lnTo>
                    <a:pt x="184552" y="4696"/>
                  </a:lnTo>
                  <a:lnTo>
                    <a:pt x="231130" y="0"/>
                  </a:lnTo>
                  <a:lnTo>
                    <a:pt x="277707" y="4696"/>
                  </a:lnTo>
                  <a:lnTo>
                    <a:pt x="321090" y="18165"/>
                  </a:lnTo>
                  <a:lnTo>
                    <a:pt x="360351" y="39476"/>
                  </a:lnTo>
                  <a:lnTo>
                    <a:pt x="394558" y="67701"/>
                  </a:lnTo>
                  <a:lnTo>
                    <a:pt x="422783" y="101908"/>
                  </a:lnTo>
                  <a:lnTo>
                    <a:pt x="441535" y="136453"/>
                  </a:lnTo>
                  <a:lnTo>
                    <a:pt x="336725" y="136453"/>
                  </a:lnTo>
                  <a:lnTo>
                    <a:pt x="323708" y="138996"/>
                  </a:lnTo>
                  <a:lnTo>
                    <a:pt x="312242" y="146626"/>
                  </a:lnTo>
                  <a:lnTo>
                    <a:pt x="254765" y="204103"/>
                  </a:lnTo>
                  <a:lnTo>
                    <a:pt x="133876" y="204103"/>
                  </a:lnTo>
                  <a:lnTo>
                    <a:pt x="120905" y="206621"/>
                  </a:lnTo>
                  <a:lnTo>
                    <a:pt x="109461" y="214175"/>
                  </a:lnTo>
                  <a:lnTo>
                    <a:pt x="101831" y="225640"/>
                  </a:lnTo>
                  <a:lnTo>
                    <a:pt x="99288" y="238658"/>
                  </a:lnTo>
                  <a:lnTo>
                    <a:pt x="101831" y="251675"/>
                  </a:lnTo>
                  <a:lnTo>
                    <a:pt x="177009" y="330689"/>
                  </a:lnTo>
                  <a:lnTo>
                    <a:pt x="201424" y="340862"/>
                  </a:lnTo>
                  <a:lnTo>
                    <a:pt x="433362" y="340862"/>
                  </a:lnTo>
                  <a:lnTo>
                    <a:pt x="422783" y="360351"/>
                  </a:lnTo>
                  <a:lnTo>
                    <a:pt x="394558" y="394558"/>
                  </a:lnTo>
                  <a:lnTo>
                    <a:pt x="360351" y="422783"/>
                  </a:lnTo>
                  <a:lnTo>
                    <a:pt x="321090" y="444094"/>
                  </a:lnTo>
                  <a:lnTo>
                    <a:pt x="277707" y="457563"/>
                  </a:lnTo>
                  <a:lnTo>
                    <a:pt x="231130" y="462260"/>
                  </a:lnTo>
                  <a:close/>
                </a:path>
                <a:path w="462279" h="462279">
                  <a:moveTo>
                    <a:pt x="433362" y="340862"/>
                  </a:moveTo>
                  <a:lnTo>
                    <a:pt x="201424" y="340862"/>
                  </a:lnTo>
                  <a:lnTo>
                    <a:pt x="208236" y="340188"/>
                  </a:lnTo>
                  <a:lnTo>
                    <a:pt x="214717" y="338217"/>
                  </a:lnTo>
                  <a:lnTo>
                    <a:pt x="361208" y="195456"/>
                  </a:lnTo>
                  <a:lnTo>
                    <a:pt x="371279" y="170990"/>
                  </a:lnTo>
                  <a:lnTo>
                    <a:pt x="368761" y="158013"/>
                  </a:lnTo>
                  <a:lnTo>
                    <a:pt x="361208" y="146626"/>
                  </a:lnTo>
                  <a:lnTo>
                    <a:pt x="349742" y="138996"/>
                  </a:lnTo>
                  <a:lnTo>
                    <a:pt x="336725" y="136453"/>
                  </a:lnTo>
                  <a:lnTo>
                    <a:pt x="441535" y="136453"/>
                  </a:lnTo>
                  <a:lnTo>
                    <a:pt x="444094" y="141169"/>
                  </a:lnTo>
                  <a:lnTo>
                    <a:pt x="457563" y="184552"/>
                  </a:lnTo>
                  <a:lnTo>
                    <a:pt x="462260" y="231130"/>
                  </a:lnTo>
                  <a:lnTo>
                    <a:pt x="457563" y="277707"/>
                  </a:lnTo>
                  <a:lnTo>
                    <a:pt x="444094" y="321090"/>
                  </a:lnTo>
                  <a:lnTo>
                    <a:pt x="433362" y="340862"/>
                  </a:lnTo>
                  <a:close/>
                </a:path>
                <a:path w="462279" h="462279">
                  <a:moveTo>
                    <a:pt x="201424" y="257444"/>
                  </a:moveTo>
                  <a:lnTo>
                    <a:pt x="158291" y="214175"/>
                  </a:lnTo>
                  <a:lnTo>
                    <a:pt x="146846" y="206621"/>
                  </a:lnTo>
                  <a:lnTo>
                    <a:pt x="133876" y="204103"/>
                  </a:lnTo>
                  <a:lnTo>
                    <a:pt x="254765" y="204103"/>
                  </a:lnTo>
                  <a:lnTo>
                    <a:pt x="201424" y="257444"/>
                  </a:lnTo>
                  <a:close/>
                </a:path>
              </a:pathLst>
            </a:custGeom>
            <a:solidFill>
              <a:srgbClr val="4B48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781007" y="5909162"/>
              <a:ext cx="272415" cy="204470"/>
            </a:xfrm>
            <a:custGeom>
              <a:avLst/>
              <a:gdLst/>
              <a:ahLst/>
              <a:cxnLst/>
              <a:rect l="l" t="t" r="r" b="b"/>
              <a:pathLst>
                <a:path w="272415" h="204470">
                  <a:moveTo>
                    <a:pt x="102136" y="204409"/>
                  </a:moveTo>
                  <a:lnTo>
                    <a:pt x="10172" y="126687"/>
                  </a:lnTo>
                  <a:lnTo>
                    <a:pt x="0" y="102204"/>
                  </a:lnTo>
                  <a:lnTo>
                    <a:pt x="2543" y="89187"/>
                  </a:lnTo>
                  <a:lnTo>
                    <a:pt x="10172" y="77721"/>
                  </a:lnTo>
                  <a:lnTo>
                    <a:pt x="21617" y="70168"/>
                  </a:lnTo>
                  <a:lnTo>
                    <a:pt x="34588" y="67650"/>
                  </a:lnTo>
                  <a:lnTo>
                    <a:pt x="47558" y="70168"/>
                  </a:lnTo>
                  <a:lnTo>
                    <a:pt x="59003" y="77721"/>
                  </a:lnTo>
                  <a:lnTo>
                    <a:pt x="102136" y="120990"/>
                  </a:lnTo>
                  <a:lnTo>
                    <a:pt x="212954" y="10172"/>
                  </a:lnTo>
                  <a:lnTo>
                    <a:pt x="224420" y="2543"/>
                  </a:lnTo>
                  <a:lnTo>
                    <a:pt x="237437" y="0"/>
                  </a:lnTo>
                  <a:lnTo>
                    <a:pt x="250454" y="2543"/>
                  </a:lnTo>
                  <a:lnTo>
                    <a:pt x="261920" y="10172"/>
                  </a:lnTo>
                  <a:lnTo>
                    <a:pt x="269473" y="21560"/>
                  </a:lnTo>
                  <a:lnTo>
                    <a:pt x="271991" y="34537"/>
                  </a:lnTo>
                  <a:lnTo>
                    <a:pt x="269473" y="47539"/>
                  </a:lnTo>
                  <a:lnTo>
                    <a:pt x="126687" y="194236"/>
                  </a:lnTo>
                  <a:lnTo>
                    <a:pt x="108948" y="203735"/>
                  </a:lnTo>
                  <a:lnTo>
                    <a:pt x="102136" y="2044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8609190" y="6463588"/>
            <a:ext cx="7767955" cy="0"/>
          </a:xfrm>
          <a:custGeom>
            <a:avLst/>
            <a:gdLst/>
            <a:ahLst/>
            <a:cxnLst/>
            <a:rect l="l" t="t" r="r" b="b"/>
            <a:pathLst>
              <a:path w="7767955" h="0">
                <a:moveTo>
                  <a:pt x="0" y="0"/>
                </a:moveTo>
                <a:lnTo>
                  <a:pt x="7767682" y="0"/>
                </a:lnTo>
              </a:path>
            </a:pathLst>
          </a:custGeom>
          <a:ln w="38099">
            <a:solidFill>
              <a:srgbClr val="D9DAD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8681718" y="6682662"/>
            <a:ext cx="462280" cy="462280"/>
            <a:chOff x="8681718" y="6682662"/>
            <a:chExt cx="462280" cy="462280"/>
          </a:xfrm>
        </p:grpSpPr>
        <p:sp>
          <p:nvSpPr>
            <p:cNvPr id="20" name="object 20"/>
            <p:cNvSpPr/>
            <p:nvPr/>
          </p:nvSpPr>
          <p:spPr>
            <a:xfrm>
              <a:off x="8681718" y="6682662"/>
              <a:ext cx="462280" cy="462280"/>
            </a:xfrm>
            <a:custGeom>
              <a:avLst/>
              <a:gdLst/>
              <a:ahLst/>
              <a:cxnLst/>
              <a:rect l="l" t="t" r="r" b="b"/>
              <a:pathLst>
                <a:path w="462279" h="462279">
                  <a:moveTo>
                    <a:pt x="231130" y="462260"/>
                  </a:moveTo>
                  <a:lnTo>
                    <a:pt x="184552" y="457563"/>
                  </a:lnTo>
                  <a:lnTo>
                    <a:pt x="141169" y="444094"/>
                  </a:lnTo>
                  <a:lnTo>
                    <a:pt x="101908" y="422783"/>
                  </a:lnTo>
                  <a:lnTo>
                    <a:pt x="67701" y="394558"/>
                  </a:lnTo>
                  <a:lnTo>
                    <a:pt x="39476" y="360351"/>
                  </a:lnTo>
                  <a:lnTo>
                    <a:pt x="18165" y="321090"/>
                  </a:lnTo>
                  <a:lnTo>
                    <a:pt x="4696" y="277707"/>
                  </a:lnTo>
                  <a:lnTo>
                    <a:pt x="0" y="231130"/>
                  </a:lnTo>
                  <a:lnTo>
                    <a:pt x="4696" y="184552"/>
                  </a:lnTo>
                  <a:lnTo>
                    <a:pt x="18165" y="141169"/>
                  </a:lnTo>
                  <a:lnTo>
                    <a:pt x="39476" y="101908"/>
                  </a:lnTo>
                  <a:lnTo>
                    <a:pt x="67701" y="67701"/>
                  </a:lnTo>
                  <a:lnTo>
                    <a:pt x="101908" y="39476"/>
                  </a:lnTo>
                  <a:lnTo>
                    <a:pt x="141169" y="18165"/>
                  </a:lnTo>
                  <a:lnTo>
                    <a:pt x="184552" y="4696"/>
                  </a:lnTo>
                  <a:lnTo>
                    <a:pt x="231130" y="0"/>
                  </a:lnTo>
                  <a:lnTo>
                    <a:pt x="277707" y="4696"/>
                  </a:lnTo>
                  <a:lnTo>
                    <a:pt x="321090" y="18165"/>
                  </a:lnTo>
                  <a:lnTo>
                    <a:pt x="360351" y="39476"/>
                  </a:lnTo>
                  <a:lnTo>
                    <a:pt x="394558" y="67701"/>
                  </a:lnTo>
                  <a:lnTo>
                    <a:pt x="422783" y="101908"/>
                  </a:lnTo>
                  <a:lnTo>
                    <a:pt x="441535" y="136453"/>
                  </a:lnTo>
                  <a:lnTo>
                    <a:pt x="336725" y="136453"/>
                  </a:lnTo>
                  <a:lnTo>
                    <a:pt x="323708" y="138996"/>
                  </a:lnTo>
                  <a:lnTo>
                    <a:pt x="312242" y="146626"/>
                  </a:lnTo>
                  <a:lnTo>
                    <a:pt x="254765" y="204103"/>
                  </a:lnTo>
                  <a:lnTo>
                    <a:pt x="133876" y="204103"/>
                  </a:lnTo>
                  <a:lnTo>
                    <a:pt x="120905" y="206621"/>
                  </a:lnTo>
                  <a:lnTo>
                    <a:pt x="109461" y="214175"/>
                  </a:lnTo>
                  <a:lnTo>
                    <a:pt x="101831" y="225640"/>
                  </a:lnTo>
                  <a:lnTo>
                    <a:pt x="99288" y="238658"/>
                  </a:lnTo>
                  <a:lnTo>
                    <a:pt x="101831" y="251675"/>
                  </a:lnTo>
                  <a:lnTo>
                    <a:pt x="177009" y="330689"/>
                  </a:lnTo>
                  <a:lnTo>
                    <a:pt x="201424" y="340862"/>
                  </a:lnTo>
                  <a:lnTo>
                    <a:pt x="433362" y="340862"/>
                  </a:lnTo>
                  <a:lnTo>
                    <a:pt x="422783" y="360351"/>
                  </a:lnTo>
                  <a:lnTo>
                    <a:pt x="394558" y="394558"/>
                  </a:lnTo>
                  <a:lnTo>
                    <a:pt x="360351" y="422783"/>
                  </a:lnTo>
                  <a:lnTo>
                    <a:pt x="321090" y="444094"/>
                  </a:lnTo>
                  <a:lnTo>
                    <a:pt x="277707" y="457563"/>
                  </a:lnTo>
                  <a:lnTo>
                    <a:pt x="231130" y="462260"/>
                  </a:lnTo>
                  <a:close/>
                </a:path>
                <a:path w="462279" h="462279">
                  <a:moveTo>
                    <a:pt x="433362" y="340862"/>
                  </a:moveTo>
                  <a:lnTo>
                    <a:pt x="201424" y="340862"/>
                  </a:lnTo>
                  <a:lnTo>
                    <a:pt x="208236" y="340188"/>
                  </a:lnTo>
                  <a:lnTo>
                    <a:pt x="214717" y="338217"/>
                  </a:lnTo>
                  <a:lnTo>
                    <a:pt x="361208" y="195456"/>
                  </a:lnTo>
                  <a:lnTo>
                    <a:pt x="371279" y="170990"/>
                  </a:lnTo>
                  <a:lnTo>
                    <a:pt x="368761" y="158013"/>
                  </a:lnTo>
                  <a:lnTo>
                    <a:pt x="361208" y="146626"/>
                  </a:lnTo>
                  <a:lnTo>
                    <a:pt x="349742" y="138996"/>
                  </a:lnTo>
                  <a:lnTo>
                    <a:pt x="336725" y="136453"/>
                  </a:lnTo>
                  <a:lnTo>
                    <a:pt x="441535" y="136453"/>
                  </a:lnTo>
                  <a:lnTo>
                    <a:pt x="444094" y="141169"/>
                  </a:lnTo>
                  <a:lnTo>
                    <a:pt x="457563" y="184552"/>
                  </a:lnTo>
                  <a:lnTo>
                    <a:pt x="462260" y="231130"/>
                  </a:lnTo>
                  <a:lnTo>
                    <a:pt x="457563" y="277707"/>
                  </a:lnTo>
                  <a:lnTo>
                    <a:pt x="444094" y="321090"/>
                  </a:lnTo>
                  <a:lnTo>
                    <a:pt x="433362" y="340862"/>
                  </a:lnTo>
                  <a:close/>
                </a:path>
                <a:path w="462279" h="462279">
                  <a:moveTo>
                    <a:pt x="201424" y="257444"/>
                  </a:moveTo>
                  <a:lnTo>
                    <a:pt x="158291" y="214175"/>
                  </a:lnTo>
                  <a:lnTo>
                    <a:pt x="146846" y="206621"/>
                  </a:lnTo>
                  <a:lnTo>
                    <a:pt x="133876" y="204103"/>
                  </a:lnTo>
                  <a:lnTo>
                    <a:pt x="254765" y="204103"/>
                  </a:lnTo>
                  <a:lnTo>
                    <a:pt x="201424" y="257444"/>
                  </a:lnTo>
                  <a:close/>
                </a:path>
              </a:pathLst>
            </a:custGeom>
            <a:solidFill>
              <a:srgbClr val="4B48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781007" y="6819116"/>
              <a:ext cx="272415" cy="204470"/>
            </a:xfrm>
            <a:custGeom>
              <a:avLst/>
              <a:gdLst/>
              <a:ahLst/>
              <a:cxnLst/>
              <a:rect l="l" t="t" r="r" b="b"/>
              <a:pathLst>
                <a:path w="272415" h="204470">
                  <a:moveTo>
                    <a:pt x="102136" y="204409"/>
                  </a:moveTo>
                  <a:lnTo>
                    <a:pt x="10172" y="126687"/>
                  </a:lnTo>
                  <a:lnTo>
                    <a:pt x="0" y="102204"/>
                  </a:lnTo>
                  <a:lnTo>
                    <a:pt x="2543" y="89187"/>
                  </a:lnTo>
                  <a:lnTo>
                    <a:pt x="10172" y="77721"/>
                  </a:lnTo>
                  <a:lnTo>
                    <a:pt x="21617" y="70168"/>
                  </a:lnTo>
                  <a:lnTo>
                    <a:pt x="34588" y="67650"/>
                  </a:lnTo>
                  <a:lnTo>
                    <a:pt x="47558" y="70168"/>
                  </a:lnTo>
                  <a:lnTo>
                    <a:pt x="59003" y="77721"/>
                  </a:lnTo>
                  <a:lnTo>
                    <a:pt x="102136" y="120990"/>
                  </a:lnTo>
                  <a:lnTo>
                    <a:pt x="212954" y="10172"/>
                  </a:lnTo>
                  <a:lnTo>
                    <a:pt x="224420" y="2543"/>
                  </a:lnTo>
                  <a:lnTo>
                    <a:pt x="237437" y="0"/>
                  </a:lnTo>
                  <a:lnTo>
                    <a:pt x="250454" y="2543"/>
                  </a:lnTo>
                  <a:lnTo>
                    <a:pt x="261920" y="10172"/>
                  </a:lnTo>
                  <a:lnTo>
                    <a:pt x="269473" y="21560"/>
                  </a:lnTo>
                  <a:lnTo>
                    <a:pt x="271991" y="34537"/>
                  </a:lnTo>
                  <a:lnTo>
                    <a:pt x="269473" y="47539"/>
                  </a:lnTo>
                  <a:lnTo>
                    <a:pt x="126687" y="194236"/>
                  </a:lnTo>
                  <a:lnTo>
                    <a:pt x="108948" y="203735"/>
                  </a:lnTo>
                  <a:lnTo>
                    <a:pt x="102136" y="2044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325129" y="3939495"/>
            <a:ext cx="4941570" cy="3154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120">
                <a:solidFill>
                  <a:srgbClr val="3F3F3F"/>
                </a:solidFill>
                <a:latin typeface="Tahoma"/>
                <a:cs typeface="Tahoma"/>
              </a:rPr>
              <a:t>Documento</a:t>
            </a:r>
            <a:r>
              <a:rPr dirty="0" sz="28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800" spc="114">
                <a:solidFill>
                  <a:srgbClr val="3F3F3F"/>
                </a:solidFill>
                <a:latin typeface="Tahoma"/>
                <a:cs typeface="Tahoma"/>
              </a:rPr>
              <a:t>de</a:t>
            </a:r>
            <a:r>
              <a:rPr dirty="0" sz="28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800" spc="75">
                <a:solidFill>
                  <a:srgbClr val="3F3F3F"/>
                </a:solidFill>
                <a:latin typeface="Tahoma"/>
                <a:cs typeface="Tahoma"/>
              </a:rPr>
              <a:t>arquitectura</a:t>
            </a:r>
            <a:endParaRPr sz="2800">
              <a:latin typeface="Tahoma"/>
              <a:cs typeface="Tahoma"/>
            </a:endParaRPr>
          </a:p>
          <a:p>
            <a:pPr marL="12700" marR="5080">
              <a:lnSpc>
                <a:spcPct val="211000"/>
              </a:lnSpc>
              <a:spcBef>
                <a:spcPts val="5"/>
              </a:spcBef>
            </a:pPr>
            <a:r>
              <a:rPr dirty="0" sz="2800" spc="110">
                <a:solidFill>
                  <a:srgbClr val="3F3F3F"/>
                </a:solidFill>
                <a:latin typeface="Tahoma"/>
                <a:cs typeface="Tahoma"/>
              </a:rPr>
              <a:t>Prototipo</a:t>
            </a:r>
            <a:r>
              <a:rPr dirty="0" sz="2800" spc="-8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800" spc="114">
                <a:solidFill>
                  <a:srgbClr val="3F3F3F"/>
                </a:solidFill>
                <a:latin typeface="Tahoma"/>
                <a:cs typeface="Tahoma"/>
              </a:rPr>
              <a:t>de</a:t>
            </a:r>
            <a:r>
              <a:rPr dirty="0" sz="2800" spc="-7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3F3F3F"/>
                </a:solidFill>
                <a:latin typeface="Tahoma"/>
                <a:cs typeface="Tahoma"/>
              </a:rPr>
              <a:t>triaje</a:t>
            </a:r>
            <a:r>
              <a:rPr dirty="0" sz="2800" spc="-8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3F3F3F"/>
                </a:solidFill>
                <a:latin typeface="Tahoma"/>
                <a:cs typeface="Tahoma"/>
              </a:rPr>
              <a:t>y</a:t>
            </a:r>
            <a:r>
              <a:rPr dirty="0" sz="2800" spc="-7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800" spc="70">
                <a:solidFill>
                  <a:srgbClr val="3F3F3F"/>
                </a:solidFill>
                <a:latin typeface="Tahoma"/>
                <a:cs typeface="Tahoma"/>
              </a:rPr>
              <a:t>matching Sistema</a:t>
            </a:r>
            <a:r>
              <a:rPr dirty="0" sz="28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800" spc="105">
                <a:solidFill>
                  <a:srgbClr val="3F3F3F"/>
                </a:solidFill>
                <a:latin typeface="Tahoma"/>
                <a:cs typeface="Tahoma"/>
              </a:rPr>
              <a:t>web</a:t>
            </a:r>
            <a:r>
              <a:rPr dirty="0" sz="28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800" spc="100">
                <a:solidFill>
                  <a:srgbClr val="3F3F3F"/>
                </a:solidFill>
                <a:latin typeface="Tahoma"/>
                <a:cs typeface="Tahoma"/>
              </a:rPr>
              <a:t>completo </a:t>
            </a:r>
            <a:r>
              <a:rPr dirty="0" sz="2800" spc="65">
                <a:solidFill>
                  <a:srgbClr val="3F3F3F"/>
                </a:solidFill>
                <a:latin typeface="Tahoma"/>
                <a:cs typeface="Tahoma"/>
              </a:rPr>
              <a:t>Informe</a:t>
            </a:r>
            <a:r>
              <a:rPr dirty="0" sz="2800" spc="-11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800" spc="50">
                <a:solidFill>
                  <a:srgbClr val="3F3F3F"/>
                </a:solidFill>
                <a:latin typeface="Tahoma"/>
                <a:cs typeface="Tahoma"/>
              </a:rPr>
              <a:t>técnico-</a:t>
            </a:r>
            <a:r>
              <a:rPr dirty="0" sz="2800" spc="80">
                <a:solidFill>
                  <a:srgbClr val="3F3F3F"/>
                </a:solidFill>
                <a:latin typeface="Tahoma"/>
                <a:cs typeface="Tahoma"/>
              </a:rPr>
              <a:t>funcional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36600" y="7101824"/>
            <a:ext cx="3251399" cy="31851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04364" y="5143499"/>
            <a:ext cx="796290" cy="796290"/>
          </a:xfrm>
          <a:custGeom>
            <a:avLst/>
            <a:gdLst/>
            <a:ahLst/>
            <a:cxnLst/>
            <a:rect l="l" t="t" r="r" b="b"/>
            <a:pathLst>
              <a:path w="796289" h="796289">
                <a:moveTo>
                  <a:pt x="397966" y="0"/>
                </a:moveTo>
                <a:lnTo>
                  <a:pt x="351555" y="2677"/>
                </a:lnTo>
                <a:lnTo>
                  <a:pt x="306716" y="10510"/>
                </a:lnTo>
                <a:lnTo>
                  <a:pt x="263748" y="23200"/>
                </a:lnTo>
                <a:lnTo>
                  <a:pt x="222950" y="40449"/>
                </a:lnTo>
                <a:lnTo>
                  <a:pt x="184621" y="61958"/>
                </a:lnTo>
                <a:lnTo>
                  <a:pt x="149058" y="87428"/>
                </a:lnTo>
                <a:lnTo>
                  <a:pt x="116561" y="116561"/>
                </a:lnTo>
                <a:lnTo>
                  <a:pt x="87428" y="149058"/>
                </a:lnTo>
                <a:lnTo>
                  <a:pt x="61958" y="184621"/>
                </a:lnTo>
                <a:lnTo>
                  <a:pt x="40449" y="222950"/>
                </a:lnTo>
                <a:lnTo>
                  <a:pt x="23200" y="263748"/>
                </a:lnTo>
                <a:lnTo>
                  <a:pt x="10510" y="306716"/>
                </a:lnTo>
                <a:lnTo>
                  <a:pt x="2677" y="351555"/>
                </a:lnTo>
                <a:lnTo>
                  <a:pt x="0" y="397966"/>
                </a:lnTo>
                <a:lnTo>
                  <a:pt x="2677" y="444377"/>
                </a:lnTo>
                <a:lnTo>
                  <a:pt x="10510" y="489216"/>
                </a:lnTo>
                <a:lnTo>
                  <a:pt x="23200" y="532184"/>
                </a:lnTo>
                <a:lnTo>
                  <a:pt x="40449" y="572981"/>
                </a:lnTo>
                <a:lnTo>
                  <a:pt x="61958" y="611311"/>
                </a:lnTo>
                <a:lnTo>
                  <a:pt x="87428" y="646874"/>
                </a:lnTo>
                <a:lnTo>
                  <a:pt x="116561" y="679371"/>
                </a:lnTo>
                <a:lnTo>
                  <a:pt x="149058" y="708503"/>
                </a:lnTo>
                <a:lnTo>
                  <a:pt x="184621" y="733974"/>
                </a:lnTo>
                <a:lnTo>
                  <a:pt x="222950" y="755482"/>
                </a:lnTo>
                <a:lnTo>
                  <a:pt x="263748" y="772731"/>
                </a:lnTo>
                <a:lnTo>
                  <a:pt x="306716" y="785422"/>
                </a:lnTo>
                <a:lnTo>
                  <a:pt x="351555" y="793255"/>
                </a:lnTo>
                <a:lnTo>
                  <a:pt x="397966" y="795932"/>
                </a:lnTo>
                <a:lnTo>
                  <a:pt x="444377" y="793255"/>
                </a:lnTo>
                <a:lnTo>
                  <a:pt x="489216" y="785422"/>
                </a:lnTo>
                <a:lnTo>
                  <a:pt x="532184" y="772731"/>
                </a:lnTo>
                <a:lnTo>
                  <a:pt x="572981" y="755482"/>
                </a:lnTo>
                <a:lnTo>
                  <a:pt x="611311" y="733974"/>
                </a:lnTo>
                <a:lnTo>
                  <a:pt x="646874" y="708503"/>
                </a:lnTo>
                <a:lnTo>
                  <a:pt x="679371" y="679371"/>
                </a:lnTo>
                <a:lnTo>
                  <a:pt x="708503" y="646874"/>
                </a:lnTo>
                <a:lnTo>
                  <a:pt x="733974" y="611311"/>
                </a:lnTo>
                <a:lnTo>
                  <a:pt x="755482" y="572981"/>
                </a:lnTo>
                <a:lnTo>
                  <a:pt x="772731" y="532184"/>
                </a:lnTo>
                <a:lnTo>
                  <a:pt x="785422" y="489216"/>
                </a:lnTo>
                <a:lnTo>
                  <a:pt x="793255" y="444377"/>
                </a:lnTo>
                <a:lnTo>
                  <a:pt x="795932" y="397966"/>
                </a:lnTo>
                <a:lnTo>
                  <a:pt x="793255" y="351555"/>
                </a:lnTo>
                <a:lnTo>
                  <a:pt x="785422" y="306716"/>
                </a:lnTo>
                <a:lnTo>
                  <a:pt x="772731" y="263748"/>
                </a:lnTo>
                <a:lnTo>
                  <a:pt x="755482" y="222950"/>
                </a:lnTo>
                <a:lnTo>
                  <a:pt x="733974" y="184621"/>
                </a:lnTo>
                <a:lnTo>
                  <a:pt x="708503" y="149058"/>
                </a:lnTo>
                <a:lnTo>
                  <a:pt x="679371" y="116561"/>
                </a:lnTo>
                <a:lnTo>
                  <a:pt x="646874" y="87428"/>
                </a:lnTo>
                <a:lnTo>
                  <a:pt x="611311" y="61958"/>
                </a:lnTo>
                <a:lnTo>
                  <a:pt x="572981" y="40449"/>
                </a:lnTo>
                <a:lnTo>
                  <a:pt x="532184" y="23200"/>
                </a:lnTo>
                <a:lnTo>
                  <a:pt x="489216" y="10510"/>
                </a:lnTo>
                <a:lnTo>
                  <a:pt x="444377" y="2677"/>
                </a:lnTo>
                <a:lnTo>
                  <a:pt x="397966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545732" y="5143499"/>
            <a:ext cx="796290" cy="796290"/>
          </a:xfrm>
          <a:custGeom>
            <a:avLst/>
            <a:gdLst/>
            <a:ahLst/>
            <a:cxnLst/>
            <a:rect l="l" t="t" r="r" b="b"/>
            <a:pathLst>
              <a:path w="796290" h="796289">
                <a:moveTo>
                  <a:pt x="397966" y="0"/>
                </a:moveTo>
                <a:lnTo>
                  <a:pt x="351555" y="2677"/>
                </a:lnTo>
                <a:lnTo>
                  <a:pt x="306716" y="10510"/>
                </a:lnTo>
                <a:lnTo>
                  <a:pt x="263748" y="23200"/>
                </a:lnTo>
                <a:lnTo>
                  <a:pt x="222950" y="40449"/>
                </a:lnTo>
                <a:lnTo>
                  <a:pt x="184621" y="61958"/>
                </a:lnTo>
                <a:lnTo>
                  <a:pt x="149058" y="87428"/>
                </a:lnTo>
                <a:lnTo>
                  <a:pt x="116561" y="116561"/>
                </a:lnTo>
                <a:lnTo>
                  <a:pt x="87428" y="149058"/>
                </a:lnTo>
                <a:lnTo>
                  <a:pt x="61958" y="184621"/>
                </a:lnTo>
                <a:lnTo>
                  <a:pt x="40449" y="222950"/>
                </a:lnTo>
                <a:lnTo>
                  <a:pt x="23200" y="263748"/>
                </a:lnTo>
                <a:lnTo>
                  <a:pt x="10510" y="306716"/>
                </a:lnTo>
                <a:lnTo>
                  <a:pt x="2677" y="351555"/>
                </a:lnTo>
                <a:lnTo>
                  <a:pt x="0" y="397966"/>
                </a:lnTo>
                <a:lnTo>
                  <a:pt x="2677" y="444377"/>
                </a:lnTo>
                <a:lnTo>
                  <a:pt x="10510" y="489216"/>
                </a:lnTo>
                <a:lnTo>
                  <a:pt x="23200" y="532184"/>
                </a:lnTo>
                <a:lnTo>
                  <a:pt x="40449" y="572981"/>
                </a:lnTo>
                <a:lnTo>
                  <a:pt x="61958" y="611311"/>
                </a:lnTo>
                <a:lnTo>
                  <a:pt x="87428" y="646874"/>
                </a:lnTo>
                <a:lnTo>
                  <a:pt x="116561" y="679371"/>
                </a:lnTo>
                <a:lnTo>
                  <a:pt x="149058" y="708503"/>
                </a:lnTo>
                <a:lnTo>
                  <a:pt x="184621" y="733974"/>
                </a:lnTo>
                <a:lnTo>
                  <a:pt x="222950" y="755482"/>
                </a:lnTo>
                <a:lnTo>
                  <a:pt x="263748" y="772731"/>
                </a:lnTo>
                <a:lnTo>
                  <a:pt x="306716" y="785422"/>
                </a:lnTo>
                <a:lnTo>
                  <a:pt x="351555" y="793255"/>
                </a:lnTo>
                <a:lnTo>
                  <a:pt x="397966" y="795932"/>
                </a:lnTo>
                <a:lnTo>
                  <a:pt x="444377" y="793255"/>
                </a:lnTo>
                <a:lnTo>
                  <a:pt x="489216" y="785422"/>
                </a:lnTo>
                <a:lnTo>
                  <a:pt x="532184" y="772731"/>
                </a:lnTo>
                <a:lnTo>
                  <a:pt x="572981" y="755482"/>
                </a:lnTo>
                <a:lnTo>
                  <a:pt x="611311" y="733974"/>
                </a:lnTo>
                <a:lnTo>
                  <a:pt x="646874" y="708503"/>
                </a:lnTo>
                <a:lnTo>
                  <a:pt x="679371" y="679371"/>
                </a:lnTo>
                <a:lnTo>
                  <a:pt x="708503" y="646874"/>
                </a:lnTo>
                <a:lnTo>
                  <a:pt x="733974" y="611311"/>
                </a:lnTo>
                <a:lnTo>
                  <a:pt x="755482" y="572981"/>
                </a:lnTo>
                <a:lnTo>
                  <a:pt x="772731" y="532184"/>
                </a:lnTo>
                <a:lnTo>
                  <a:pt x="785422" y="489216"/>
                </a:lnTo>
                <a:lnTo>
                  <a:pt x="793255" y="444377"/>
                </a:lnTo>
                <a:lnTo>
                  <a:pt x="795932" y="397966"/>
                </a:lnTo>
                <a:lnTo>
                  <a:pt x="793255" y="351555"/>
                </a:lnTo>
                <a:lnTo>
                  <a:pt x="785422" y="306716"/>
                </a:lnTo>
                <a:lnTo>
                  <a:pt x="772731" y="263748"/>
                </a:lnTo>
                <a:lnTo>
                  <a:pt x="755482" y="222950"/>
                </a:lnTo>
                <a:lnTo>
                  <a:pt x="733974" y="184621"/>
                </a:lnTo>
                <a:lnTo>
                  <a:pt x="708503" y="149058"/>
                </a:lnTo>
                <a:lnTo>
                  <a:pt x="679371" y="116561"/>
                </a:lnTo>
                <a:lnTo>
                  <a:pt x="646874" y="87428"/>
                </a:lnTo>
                <a:lnTo>
                  <a:pt x="611311" y="61958"/>
                </a:lnTo>
                <a:lnTo>
                  <a:pt x="572981" y="40449"/>
                </a:lnTo>
                <a:lnTo>
                  <a:pt x="532184" y="23200"/>
                </a:lnTo>
                <a:lnTo>
                  <a:pt x="489216" y="10510"/>
                </a:lnTo>
                <a:lnTo>
                  <a:pt x="444377" y="2677"/>
                </a:lnTo>
                <a:lnTo>
                  <a:pt x="397966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45456" y="0"/>
            <a:ext cx="6042543" cy="664210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6204807" y="1183803"/>
            <a:ext cx="106743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FFFFFF"/>
                </a:solidFill>
                <a:latin typeface="Tahoma"/>
                <a:cs typeface="Tahoma"/>
              </a:rPr>
              <a:t>Page-</a:t>
            </a:r>
            <a:r>
              <a:rPr dirty="0" sz="2200" spc="-25">
                <a:solidFill>
                  <a:srgbClr val="FFFFFF"/>
                </a:solidFill>
                <a:latin typeface="Tahoma"/>
                <a:cs typeface="Tahoma"/>
              </a:rPr>
              <a:t>11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491664" y="1514966"/>
            <a:ext cx="4910455" cy="79121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000">
                <a:solidFill>
                  <a:srgbClr val="FFFFFF"/>
                </a:solidFill>
              </a:rPr>
              <a:t>Plan</a:t>
            </a:r>
            <a:r>
              <a:rPr dirty="0" sz="5000" spc="-220">
                <a:solidFill>
                  <a:srgbClr val="FFFFFF"/>
                </a:solidFill>
              </a:rPr>
              <a:t> </a:t>
            </a:r>
            <a:r>
              <a:rPr dirty="0" sz="5000" spc="100">
                <a:solidFill>
                  <a:srgbClr val="FFFFFF"/>
                </a:solidFill>
              </a:rPr>
              <a:t>de</a:t>
            </a:r>
            <a:r>
              <a:rPr dirty="0" sz="5000" spc="-220">
                <a:solidFill>
                  <a:srgbClr val="FFFFFF"/>
                </a:solidFill>
              </a:rPr>
              <a:t> </a:t>
            </a:r>
            <a:r>
              <a:rPr dirty="0" sz="5000" spc="-85">
                <a:solidFill>
                  <a:srgbClr val="FFFFFF"/>
                </a:solidFill>
              </a:rPr>
              <a:t>Trabajo</a:t>
            </a:r>
            <a:endParaRPr sz="5000"/>
          </a:p>
        </p:txBody>
      </p:sp>
      <p:sp>
        <p:nvSpPr>
          <p:cNvPr id="16" name="object 16"/>
          <p:cNvSpPr txBox="1"/>
          <p:nvPr/>
        </p:nvSpPr>
        <p:spPr>
          <a:xfrm>
            <a:off x="1657296" y="5308709"/>
            <a:ext cx="35052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165" b="1">
                <a:solidFill>
                  <a:srgbClr val="FFFFFF"/>
                </a:solidFill>
                <a:latin typeface="Tahoma"/>
                <a:cs typeface="Tahoma"/>
              </a:rPr>
              <a:t>01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04364" y="6442659"/>
            <a:ext cx="796290" cy="796290"/>
          </a:xfrm>
          <a:custGeom>
            <a:avLst/>
            <a:gdLst/>
            <a:ahLst/>
            <a:cxnLst/>
            <a:rect l="l" t="t" r="r" b="b"/>
            <a:pathLst>
              <a:path w="796289" h="796290">
                <a:moveTo>
                  <a:pt x="397966" y="0"/>
                </a:moveTo>
                <a:lnTo>
                  <a:pt x="351555" y="2677"/>
                </a:lnTo>
                <a:lnTo>
                  <a:pt x="306716" y="10510"/>
                </a:lnTo>
                <a:lnTo>
                  <a:pt x="263748" y="23200"/>
                </a:lnTo>
                <a:lnTo>
                  <a:pt x="222950" y="40449"/>
                </a:lnTo>
                <a:lnTo>
                  <a:pt x="184621" y="61958"/>
                </a:lnTo>
                <a:lnTo>
                  <a:pt x="149058" y="87428"/>
                </a:lnTo>
                <a:lnTo>
                  <a:pt x="116561" y="116561"/>
                </a:lnTo>
                <a:lnTo>
                  <a:pt x="87428" y="149058"/>
                </a:lnTo>
                <a:lnTo>
                  <a:pt x="61958" y="184621"/>
                </a:lnTo>
                <a:lnTo>
                  <a:pt x="40449" y="222950"/>
                </a:lnTo>
                <a:lnTo>
                  <a:pt x="23200" y="263748"/>
                </a:lnTo>
                <a:lnTo>
                  <a:pt x="10510" y="306716"/>
                </a:lnTo>
                <a:lnTo>
                  <a:pt x="2677" y="351555"/>
                </a:lnTo>
                <a:lnTo>
                  <a:pt x="0" y="397966"/>
                </a:lnTo>
                <a:lnTo>
                  <a:pt x="2677" y="444377"/>
                </a:lnTo>
                <a:lnTo>
                  <a:pt x="10510" y="489216"/>
                </a:lnTo>
                <a:lnTo>
                  <a:pt x="23200" y="532184"/>
                </a:lnTo>
                <a:lnTo>
                  <a:pt x="40449" y="572981"/>
                </a:lnTo>
                <a:lnTo>
                  <a:pt x="61958" y="611311"/>
                </a:lnTo>
                <a:lnTo>
                  <a:pt x="87428" y="646874"/>
                </a:lnTo>
                <a:lnTo>
                  <a:pt x="116561" y="679371"/>
                </a:lnTo>
                <a:lnTo>
                  <a:pt x="149058" y="708503"/>
                </a:lnTo>
                <a:lnTo>
                  <a:pt x="184621" y="733974"/>
                </a:lnTo>
                <a:lnTo>
                  <a:pt x="222950" y="755482"/>
                </a:lnTo>
                <a:lnTo>
                  <a:pt x="263748" y="772731"/>
                </a:lnTo>
                <a:lnTo>
                  <a:pt x="306716" y="785422"/>
                </a:lnTo>
                <a:lnTo>
                  <a:pt x="351555" y="793255"/>
                </a:lnTo>
                <a:lnTo>
                  <a:pt x="397966" y="795932"/>
                </a:lnTo>
                <a:lnTo>
                  <a:pt x="444377" y="793255"/>
                </a:lnTo>
                <a:lnTo>
                  <a:pt x="489216" y="785422"/>
                </a:lnTo>
                <a:lnTo>
                  <a:pt x="532184" y="772731"/>
                </a:lnTo>
                <a:lnTo>
                  <a:pt x="572981" y="755482"/>
                </a:lnTo>
                <a:lnTo>
                  <a:pt x="611311" y="733974"/>
                </a:lnTo>
                <a:lnTo>
                  <a:pt x="646874" y="708503"/>
                </a:lnTo>
                <a:lnTo>
                  <a:pt x="679371" y="679371"/>
                </a:lnTo>
                <a:lnTo>
                  <a:pt x="708503" y="646874"/>
                </a:lnTo>
                <a:lnTo>
                  <a:pt x="733974" y="611311"/>
                </a:lnTo>
                <a:lnTo>
                  <a:pt x="755482" y="572981"/>
                </a:lnTo>
                <a:lnTo>
                  <a:pt x="772731" y="532184"/>
                </a:lnTo>
                <a:lnTo>
                  <a:pt x="785422" y="489216"/>
                </a:lnTo>
                <a:lnTo>
                  <a:pt x="793255" y="444377"/>
                </a:lnTo>
                <a:lnTo>
                  <a:pt x="795932" y="397966"/>
                </a:lnTo>
                <a:lnTo>
                  <a:pt x="793255" y="351555"/>
                </a:lnTo>
                <a:lnTo>
                  <a:pt x="785422" y="306716"/>
                </a:lnTo>
                <a:lnTo>
                  <a:pt x="772731" y="263748"/>
                </a:lnTo>
                <a:lnTo>
                  <a:pt x="755482" y="222950"/>
                </a:lnTo>
                <a:lnTo>
                  <a:pt x="733974" y="184621"/>
                </a:lnTo>
                <a:lnTo>
                  <a:pt x="708503" y="149058"/>
                </a:lnTo>
                <a:lnTo>
                  <a:pt x="679371" y="116561"/>
                </a:lnTo>
                <a:lnTo>
                  <a:pt x="646874" y="87428"/>
                </a:lnTo>
                <a:lnTo>
                  <a:pt x="611311" y="61958"/>
                </a:lnTo>
                <a:lnTo>
                  <a:pt x="572981" y="40449"/>
                </a:lnTo>
                <a:lnTo>
                  <a:pt x="532184" y="23200"/>
                </a:lnTo>
                <a:lnTo>
                  <a:pt x="489216" y="10510"/>
                </a:lnTo>
                <a:lnTo>
                  <a:pt x="444377" y="2677"/>
                </a:lnTo>
                <a:lnTo>
                  <a:pt x="397966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658705" y="5309608"/>
            <a:ext cx="3079115" cy="200850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613410">
              <a:lnSpc>
                <a:spcPts val="2630"/>
              </a:lnSpc>
              <a:spcBef>
                <a:spcPts val="295"/>
              </a:spcBef>
            </a:pP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Análisis</a:t>
            </a:r>
            <a:r>
              <a:rPr dirty="0" sz="2300" spc="-1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50" b="1">
                <a:solidFill>
                  <a:srgbClr val="FFFFFF"/>
                </a:solidFill>
                <a:latin typeface="Tahoma"/>
                <a:cs typeface="Tahoma"/>
              </a:rPr>
              <a:t>y </a:t>
            </a:r>
            <a:r>
              <a:rPr dirty="0" sz="2300" spc="-30" b="1">
                <a:solidFill>
                  <a:srgbClr val="FFFFFF"/>
                </a:solidFill>
                <a:latin typeface="Tahoma"/>
                <a:cs typeface="Tahoma"/>
              </a:rPr>
              <a:t>requerimientos</a:t>
            </a:r>
            <a:r>
              <a:rPr dirty="0" sz="2300" spc="-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105" b="1">
                <a:solidFill>
                  <a:srgbClr val="FFFFFF"/>
                </a:solidFill>
                <a:latin typeface="Tahoma"/>
                <a:cs typeface="Tahoma"/>
              </a:rPr>
              <a:t>– </a:t>
            </a:r>
            <a:r>
              <a:rPr dirty="0" sz="2300" spc="-440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dirty="0" sz="2300" spc="-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0" b="1">
                <a:solidFill>
                  <a:srgbClr val="FFFFFF"/>
                </a:solidFill>
                <a:latin typeface="Tahoma"/>
                <a:cs typeface="Tahoma"/>
              </a:rPr>
              <a:t>sem.</a:t>
            </a:r>
            <a:endParaRPr sz="2300">
              <a:latin typeface="Tahoma"/>
              <a:cs typeface="Tahoma"/>
            </a:endParaRPr>
          </a:p>
          <a:p>
            <a:pPr marL="12700" marR="5080">
              <a:lnSpc>
                <a:spcPts val="2620"/>
              </a:lnSpc>
              <a:spcBef>
                <a:spcPts val="2345"/>
              </a:spcBef>
            </a:pPr>
            <a:r>
              <a:rPr dirty="0" sz="2300" spc="-35" b="1">
                <a:solidFill>
                  <a:srgbClr val="FFFFFF"/>
                </a:solidFill>
                <a:latin typeface="Tahoma"/>
                <a:cs typeface="Tahoma"/>
              </a:rPr>
              <a:t>Arquitectura</a:t>
            </a:r>
            <a:r>
              <a:rPr dirty="0" sz="2300" spc="-1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2300" spc="-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BD</a:t>
            </a:r>
            <a:r>
              <a:rPr dirty="0" sz="2300" spc="-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25" b="1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dirty="0" sz="2300" spc="-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50" b="1">
                <a:solidFill>
                  <a:srgbClr val="FFFFFF"/>
                </a:solidFill>
                <a:latin typeface="Tahoma"/>
                <a:cs typeface="Tahoma"/>
              </a:rPr>
              <a:t>2 </a:t>
            </a:r>
            <a:r>
              <a:rPr dirty="0" sz="2300" spc="-20" b="1">
                <a:solidFill>
                  <a:srgbClr val="FFFFFF"/>
                </a:solidFill>
                <a:latin typeface="Tahoma"/>
                <a:cs typeface="Tahoma"/>
              </a:rPr>
              <a:t>sem.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98663" y="5357622"/>
            <a:ext cx="40894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25" b="1">
                <a:solidFill>
                  <a:srgbClr val="FFFFFF"/>
                </a:solidFill>
                <a:latin typeface="Tahoma"/>
                <a:cs typeface="Tahoma"/>
              </a:rPr>
              <a:t>05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00073" y="5309608"/>
            <a:ext cx="331470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60" b="1">
                <a:solidFill>
                  <a:srgbClr val="FFFFFF"/>
                </a:solidFill>
                <a:latin typeface="Tahoma"/>
                <a:cs typeface="Tahoma"/>
              </a:rPr>
              <a:t>Integración</a:t>
            </a:r>
            <a:r>
              <a:rPr dirty="0" sz="2300" spc="-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25" b="1">
                <a:solidFill>
                  <a:srgbClr val="FFFFFF"/>
                </a:solidFill>
                <a:latin typeface="Tahoma"/>
                <a:cs typeface="Tahoma"/>
              </a:rPr>
              <a:t>IA</a:t>
            </a:r>
            <a:r>
              <a:rPr dirty="0" sz="2300" spc="-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25" b="1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dirty="0" sz="230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dirty="0" sz="2300" spc="-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0" b="1">
                <a:solidFill>
                  <a:srgbClr val="FFFFFF"/>
                </a:solidFill>
                <a:latin typeface="Tahoma"/>
                <a:cs typeface="Tahoma"/>
              </a:rPr>
              <a:t>sem.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57296" y="6657680"/>
            <a:ext cx="40449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25" b="1">
                <a:solidFill>
                  <a:srgbClr val="FFFFFF"/>
                </a:solidFill>
                <a:latin typeface="Tahoma"/>
                <a:cs typeface="Tahoma"/>
              </a:rPr>
              <a:t>02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45732" y="6442659"/>
            <a:ext cx="796290" cy="796290"/>
          </a:xfrm>
          <a:custGeom>
            <a:avLst/>
            <a:gdLst/>
            <a:ahLst/>
            <a:cxnLst/>
            <a:rect l="l" t="t" r="r" b="b"/>
            <a:pathLst>
              <a:path w="796290" h="796290">
                <a:moveTo>
                  <a:pt x="397966" y="0"/>
                </a:moveTo>
                <a:lnTo>
                  <a:pt x="351555" y="2677"/>
                </a:lnTo>
                <a:lnTo>
                  <a:pt x="306716" y="10510"/>
                </a:lnTo>
                <a:lnTo>
                  <a:pt x="263748" y="23200"/>
                </a:lnTo>
                <a:lnTo>
                  <a:pt x="222950" y="40449"/>
                </a:lnTo>
                <a:lnTo>
                  <a:pt x="184621" y="61958"/>
                </a:lnTo>
                <a:lnTo>
                  <a:pt x="149058" y="87428"/>
                </a:lnTo>
                <a:lnTo>
                  <a:pt x="116561" y="116561"/>
                </a:lnTo>
                <a:lnTo>
                  <a:pt x="87428" y="149058"/>
                </a:lnTo>
                <a:lnTo>
                  <a:pt x="61958" y="184621"/>
                </a:lnTo>
                <a:lnTo>
                  <a:pt x="40449" y="222950"/>
                </a:lnTo>
                <a:lnTo>
                  <a:pt x="23200" y="263748"/>
                </a:lnTo>
                <a:lnTo>
                  <a:pt x="10510" y="306716"/>
                </a:lnTo>
                <a:lnTo>
                  <a:pt x="2677" y="351555"/>
                </a:lnTo>
                <a:lnTo>
                  <a:pt x="0" y="397966"/>
                </a:lnTo>
                <a:lnTo>
                  <a:pt x="2677" y="444377"/>
                </a:lnTo>
                <a:lnTo>
                  <a:pt x="10510" y="489216"/>
                </a:lnTo>
                <a:lnTo>
                  <a:pt x="23200" y="532184"/>
                </a:lnTo>
                <a:lnTo>
                  <a:pt x="40449" y="572981"/>
                </a:lnTo>
                <a:lnTo>
                  <a:pt x="61958" y="611311"/>
                </a:lnTo>
                <a:lnTo>
                  <a:pt x="87428" y="646874"/>
                </a:lnTo>
                <a:lnTo>
                  <a:pt x="116561" y="679371"/>
                </a:lnTo>
                <a:lnTo>
                  <a:pt x="149058" y="708503"/>
                </a:lnTo>
                <a:lnTo>
                  <a:pt x="184621" y="733974"/>
                </a:lnTo>
                <a:lnTo>
                  <a:pt x="222950" y="755482"/>
                </a:lnTo>
                <a:lnTo>
                  <a:pt x="263748" y="772731"/>
                </a:lnTo>
                <a:lnTo>
                  <a:pt x="306716" y="785422"/>
                </a:lnTo>
                <a:lnTo>
                  <a:pt x="351555" y="793255"/>
                </a:lnTo>
                <a:lnTo>
                  <a:pt x="397966" y="795932"/>
                </a:lnTo>
                <a:lnTo>
                  <a:pt x="444377" y="793255"/>
                </a:lnTo>
                <a:lnTo>
                  <a:pt x="489216" y="785422"/>
                </a:lnTo>
                <a:lnTo>
                  <a:pt x="532184" y="772731"/>
                </a:lnTo>
                <a:lnTo>
                  <a:pt x="572981" y="755482"/>
                </a:lnTo>
                <a:lnTo>
                  <a:pt x="611311" y="733974"/>
                </a:lnTo>
                <a:lnTo>
                  <a:pt x="646874" y="708503"/>
                </a:lnTo>
                <a:lnTo>
                  <a:pt x="679371" y="679371"/>
                </a:lnTo>
                <a:lnTo>
                  <a:pt x="708503" y="646874"/>
                </a:lnTo>
                <a:lnTo>
                  <a:pt x="733974" y="611311"/>
                </a:lnTo>
                <a:lnTo>
                  <a:pt x="755482" y="572981"/>
                </a:lnTo>
                <a:lnTo>
                  <a:pt x="772731" y="532184"/>
                </a:lnTo>
                <a:lnTo>
                  <a:pt x="785422" y="489216"/>
                </a:lnTo>
                <a:lnTo>
                  <a:pt x="793255" y="444377"/>
                </a:lnTo>
                <a:lnTo>
                  <a:pt x="795932" y="397966"/>
                </a:lnTo>
                <a:lnTo>
                  <a:pt x="793255" y="351555"/>
                </a:lnTo>
                <a:lnTo>
                  <a:pt x="785422" y="306716"/>
                </a:lnTo>
                <a:lnTo>
                  <a:pt x="772731" y="263748"/>
                </a:lnTo>
                <a:lnTo>
                  <a:pt x="755482" y="222950"/>
                </a:lnTo>
                <a:lnTo>
                  <a:pt x="733974" y="184621"/>
                </a:lnTo>
                <a:lnTo>
                  <a:pt x="708503" y="149058"/>
                </a:lnTo>
                <a:lnTo>
                  <a:pt x="679371" y="116561"/>
                </a:lnTo>
                <a:lnTo>
                  <a:pt x="646874" y="87428"/>
                </a:lnTo>
                <a:lnTo>
                  <a:pt x="611311" y="61958"/>
                </a:lnTo>
                <a:lnTo>
                  <a:pt x="572981" y="40449"/>
                </a:lnTo>
                <a:lnTo>
                  <a:pt x="532184" y="23200"/>
                </a:lnTo>
                <a:lnTo>
                  <a:pt x="489216" y="10510"/>
                </a:lnTo>
                <a:lnTo>
                  <a:pt x="444377" y="2677"/>
                </a:lnTo>
                <a:lnTo>
                  <a:pt x="397966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698663" y="6657680"/>
            <a:ext cx="41465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35" b="1">
                <a:solidFill>
                  <a:srgbClr val="FFFFFF"/>
                </a:solidFill>
                <a:latin typeface="Tahoma"/>
                <a:cs typeface="Tahoma"/>
              </a:rPr>
              <a:t>06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00073" y="6608767"/>
            <a:ext cx="265049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10" b="1">
                <a:solidFill>
                  <a:srgbClr val="FFFFFF"/>
                </a:solidFill>
                <a:latin typeface="Tahoma"/>
                <a:cs typeface="Tahoma"/>
              </a:rPr>
              <a:t>Matching</a:t>
            </a:r>
            <a:r>
              <a:rPr dirty="0" sz="2300" spc="-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25" b="1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dirty="0" sz="2300" spc="-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dirty="0" sz="2300" spc="-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0" b="1">
                <a:solidFill>
                  <a:srgbClr val="FFFFFF"/>
                </a:solidFill>
                <a:latin typeface="Tahoma"/>
                <a:cs typeface="Tahoma"/>
              </a:rPr>
              <a:t>sem.</a:t>
            </a:r>
            <a:endParaRPr sz="23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1995239" y="5123551"/>
            <a:ext cx="834390" cy="2133600"/>
            <a:chOff x="11995239" y="5123551"/>
            <a:chExt cx="834390" cy="2133600"/>
          </a:xfrm>
        </p:grpSpPr>
        <p:sp>
          <p:nvSpPr>
            <p:cNvPr id="24" name="object 24"/>
            <p:cNvSpPr/>
            <p:nvPr/>
          </p:nvSpPr>
          <p:spPr>
            <a:xfrm>
              <a:off x="12014289" y="5142601"/>
              <a:ext cx="796290" cy="796290"/>
            </a:xfrm>
            <a:custGeom>
              <a:avLst/>
              <a:gdLst/>
              <a:ahLst/>
              <a:cxnLst/>
              <a:rect l="l" t="t" r="r" b="b"/>
              <a:pathLst>
                <a:path w="796290" h="796289">
                  <a:moveTo>
                    <a:pt x="397966" y="0"/>
                  </a:moveTo>
                  <a:lnTo>
                    <a:pt x="351555" y="2677"/>
                  </a:lnTo>
                  <a:lnTo>
                    <a:pt x="306716" y="10510"/>
                  </a:lnTo>
                  <a:lnTo>
                    <a:pt x="263748" y="23200"/>
                  </a:lnTo>
                  <a:lnTo>
                    <a:pt x="222950" y="40449"/>
                  </a:lnTo>
                  <a:lnTo>
                    <a:pt x="184621" y="61958"/>
                  </a:lnTo>
                  <a:lnTo>
                    <a:pt x="149058" y="87428"/>
                  </a:lnTo>
                  <a:lnTo>
                    <a:pt x="116561" y="116561"/>
                  </a:lnTo>
                  <a:lnTo>
                    <a:pt x="87428" y="149058"/>
                  </a:lnTo>
                  <a:lnTo>
                    <a:pt x="61958" y="184621"/>
                  </a:lnTo>
                  <a:lnTo>
                    <a:pt x="40449" y="222950"/>
                  </a:lnTo>
                  <a:lnTo>
                    <a:pt x="23200" y="263748"/>
                  </a:lnTo>
                  <a:lnTo>
                    <a:pt x="10510" y="306716"/>
                  </a:lnTo>
                  <a:lnTo>
                    <a:pt x="2677" y="351555"/>
                  </a:lnTo>
                  <a:lnTo>
                    <a:pt x="0" y="397966"/>
                  </a:lnTo>
                  <a:lnTo>
                    <a:pt x="2677" y="444377"/>
                  </a:lnTo>
                  <a:lnTo>
                    <a:pt x="10510" y="489216"/>
                  </a:lnTo>
                  <a:lnTo>
                    <a:pt x="23200" y="532184"/>
                  </a:lnTo>
                  <a:lnTo>
                    <a:pt x="40449" y="572981"/>
                  </a:lnTo>
                  <a:lnTo>
                    <a:pt x="61958" y="611311"/>
                  </a:lnTo>
                  <a:lnTo>
                    <a:pt x="87428" y="646874"/>
                  </a:lnTo>
                  <a:lnTo>
                    <a:pt x="116561" y="679371"/>
                  </a:lnTo>
                  <a:lnTo>
                    <a:pt x="149058" y="708503"/>
                  </a:lnTo>
                  <a:lnTo>
                    <a:pt x="184621" y="733974"/>
                  </a:lnTo>
                  <a:lnTo>
                    <a:pt x="222950" y="755482"/>
                  </a:lnTo>
                  <a:lnTo>
                    <a:pt x="263748" y="772731"/>
                  </a:lnTo>
                  <a:lnTo>
                    <a:pt x="306716" y="785422"/>
                  </a:lnTo>
                  <a:lnTo>
                    <a:pt x="351555" y="793255"/>
                  </a:lnTo>
                  <a:lnTo>
                    <a:pt x="397966" y="795932"/>
                  </a:lnTo>
                  <a:lnTo>
                    <a:pt x="444377" y="793255"/>
                  </a:lnTo>
                  <a:lnTo>
                    <a:pt x="489216" y="785422"/>
                  </a:lnTo>
                  <a:lnTo>
                    <a:pt x="532184" y="772731"/>
                  </a:lnTo>
                  <a:lnTo>
                    <a:pt x="572981" y="755482"/>
                  </a:lnTo>
                  <a:lnTo>
                    <a:pt x="611311" y="733974"/>
                  </a:lnTo>
                  <a:lnTo>
                    <a:pt x="646874" y="708503"/>
                  </a:lnTo>
                  <a:lnTo>
                    <a:pt x="679371" y="679371"/>
                  </a:lnTo>
                  <a:lnTo>
                    <a:pt x="708503" y="646874"/>
                  </a:lnTo>
                  <a:lnTo>
                    <a:pt x="733974" y="611311"/>
                  </a:lnTo>
                  <a:lnTo>
                    <a:pt x="755482" y="572981"/>
                  </a:lnTo>
                  <a:lnTo>
                    <a:pt x="772731" y="532184"/>
                  </a:lnTo>
                  <a:lnTo>
                    <a:pt x="785422" y="489216"/>
                  </a:lnTo>
                  <a:lnTo>
                    <a:pt x="793255" y="444377"/>
                  </a:lnTo>
                  <a:lnTo>
                    <a:pt x="795932" y="397966"/>
                  </a:lnTo>
                  <a:lnTo>
                    <a:pt x="793255" y="351555"/>
                  </a:lnTo>
                  <a:lnTo>
                    <a:pt x="785422" y="306716"/>
                  </a:lnTo>
                  <a:lnTo>
                    <a:pt x="772731" y="263748"/>
                  </a:lnTo>
                  <a:lnTo>
                    <a:pt x="755482" y="222950"/>
                  </a:lnTo>
                  <a:lnTo>
                    <a:pt x="733974" y="184621"/>
                  </a:lnTo>
                  <a:lnTo>
                    <a:pt x="708503" y="149058"/>
                  </a:lnTo>
                  <a:lnTo>
                    <a:pt x="679371" y="116561"/>
                  </a:lnTo>
                  <a:lnTo>
                    <a:pt x="646874" y="87428"/>
                  </a:lnTo>
                  <a:lnTo>
                    <a:pt x="611311" y="61958"/>
                  </a:lnTo>
                  <a:lnTo>
                    <a:pt x="572981" y="40449"/>
                  </a:lnTo>
                  <a:lnTo>
                    <a:pt x="532184" y="23200"/>
                  </a:lnTo>
                  <a:lnTo>
                    <a:pt x="489216" y="10510"/>
                  </a:lnTo>
                  <a:lnTo>
                    <a:pt x="444377" y="2677"/>
                  </a:lnTo>
                  <a:lnTo>
                    <a:pt x="397966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2014289" y="6441759"/>
              <a:ext cx="796290" cy="796290"/>
            </a:xfrm>
            <a:custGeom>
              <a:avLst/>
              <a:gdLst/>
              <a:ahLst/>
              <a:cxnLst/>
              <a:rect l="l" t="t" r="r" b="b"/>
              <a:pathLst>
                <a:path w="796290" h="796290">
                  <a:moveTo>
                    <a:pt x="397966" y="0"/>
                  </a:moveTo>
                  <a:lnTo>
                    <a:pt x="351555" y="2677"/>
                  </a:lnTo>
                  <a:lnTo>
                    <a:pt x="306716" y="10510"/>
                  </a:lnTo>
                  <a:lnTo>
                    <a:pt x="263748" y="23200"/>
                  </a:lnTo>
                  <a:lnTo>
                    <a:pt x="222950" y="40449"/>
                  </a:lnTo>
                  <a:lnTo>
                    <a:pt x="184621" y="61958"/>
                  </a:lnTo>
                  <a:lnTo>
                    <a:pt x="149058" y="87428"/>
                  </a:lnTo>
                  <a:lnTo>
                    <a:pt x="116561" y="116561"/>
                  </a:lnTo>
                  <a:lnTo>
                    <a:pt x="87428" y="149058"/>
                  </a:lnTo>
                  <a:lnTo>
                    <a:pt x="61958" y="184621"/>
                  </a:lnTo>
                  <a:lnTo>
                    <a:pt x="40449" y="222950"/>
                  </a:lnTo>
                  <a:lnTo>
                    <a:pt x="23200" y="263748"/>
                  </a:lnTo>
                  <a:lnTo>
                    <a:pt x="10510" y="306716"/>
                  </a:lnTo>
                  <a:lnTo>
                    <a:pt x="2677" y="351555"/>
                  </a:lnTo>
                  <a:lnTo>
                    <a:pt x="0" y="397966"/>
                  </a:lnTo>
                  <a:lnTo>
                    <a:pt x="2677" y="444377"/>
                  </a:lnTo>
                  <a:lnTo>
                    <a:pt x="10510" y="489216"/>
                  </a:lnTo>
                  <a:lnTo>
                    <a:pt x="23200" y="532184"/>
                  </a:lnTo>
                  <a:lnTo>
                    <a:pt x="40449" y="572981"/>
                  </a:lnTo>
                  <a:lnTo>
                    <a:pt x="61958" y="611311"/>
                  </a:lnTo>
                  <a:lnTo>
                    <a:pt x="87428" y="646874"/>
                  </a:lnTo>
                  <a:lnTo>
                    <a:pt x="116561" y="679371"/>
                  </a:lnTo>
                  <a:lnTo>
                    <a:pt x="149058" y="708503"/>
                  </a:lnTo>
                  <a:lnTo>
                    <a:pt x="184621" y="733974"/>
                  </a:lnTo>
                  <a:lnTo>
                    <a:pt x="222950" y="755482"/>
                  </a:lnTo>
                  <a:lnTo>
                    <a:pt x="263748" y="772731"/>
                  </a:lnTo>
                  <a:lnTo>
                    <a:pt x="306716" y="785422"/>
                  </a:lnTo>
                  <a:lnTo>
                    <a:pt x="351555" y="793255"/>
                  </a:lnTo>
                  <a:lnTo>
                    <a:pt x="397966" y="795932"/>
                  </a:lnTo>
                  <a:lnTo>
                    <a:pt x="444377" y="793255"/>
                  </a:lnTo>
                  <a:lnTo>
                    <a:pt x="489216" y="785422"/>
                  </a:lnTo>
                  <a:lnTo>
                    <a:pt x="532184" y="772731"/>
                  </a:lnTo>
                  <a:lnTo>
                    <a:pt x="572981" y="755482"/>
                  </a:lnTo>
                  <a:lnTo>
                    <a:pt x="611311" y="733974"/>
                  </a:lnTo>
                  <a:lnTo>
                    <a:pt x="646874" y="708503"/>
                  </a:lnTo>
                  <a:lnTo>
                    <a:pt x="679371" y="679371"/>
                  </a:lnTo>
                  <a:lnTo>
                    <a:pt x="708503" y="646874"/>
                  </a:lnTo>
                  <a:lnTo>
                    <a:pt x="733974" y="611311"/>
                  </a:lnTo>
                  <a:lnTo>
                    <a:pt x="755482" y="572981"/>
                  </a:lnTo>
                  <a:lnTo>
                    <a:pt x="772731" y="532184"/>
                  </a:lnTo>
                  <a:lnTo>
                    <a:pt x="785422" y="489216"/>
                  </a:lnTo>
                  <a:lnTo>
                    <a:pt x="793255" y="444377"/>
                  </a:lnTo>
                  <a:lnTo>
                    <a:pt x="795932" y="397966"/>
                  </a:lnTo>
                  <a:lnTo>
                    <a:pt x="793255" y="351555"/>
                  </a:lnTo>
                  <a:lnTo>
                    <a:pt x="785422" y="306716"/>
                  </a:lnTo>
                  <a:lnTo>
                    <a:pt x="772731" y="263748"/>
                  </a:lnTo>
                  <a:lnTo>
                    <a:pt x="755482" y="222950"/>
                  </a:lnTo>
                  <a:lnTo>
                    <a:pt x="733974" y="184621"/>
                  </a:lnTo>
                  <a:lnTo>
                    <a:pt x="708503" y="149058"/>
                  </a:lnTo>
                  <a:lnTo>
                    <a:pt x="679371" y="116561"/>
                  </a:lnTo>
                  <a:lnTo>
                    <a:pt x="646874" y="87428"/>
                  </a:lnTo>
                  <a:lnTo>
                    <a:pt x="611311" y="61958"/>
                  </a:lnTo>
                  <a:lnTo>
                    <a:pt x="572981" y="40449"/>
                  </a:lnTo>
                  <a:lnTo>
                    <a:pt x="532184" y="23200"/>
                  </a:lnTo>
                  <a:lnTo>
                    <a:pt x="489216" y="10510"/>
                  </a:lnTo>
                  <a:lnTo>
                    <a:pt x="444377" y="2677"/>
                  </a:lnTo>
                  <a:lnTo>
                    <a:pt x="397966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2229474" y="5357622"/>
            <a:ext cx="413384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30" b="1">
                <a:solidFill>
                  <a:srgbClr val="FFFFFF"/>
                </a:solidFill>
                <a:latin typeface="Tahoma"/>
                <a:cs typeface="Tahoma"/>
              </a:rPr>
              <a:t>08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168631" y="5308709"/>
            <a:ext cx="341058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Notificaciones</a:t>
            </a:r>
            <a:r>
              <a:rPr dirty="0" sz="2300" spc="-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25" b="1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dirty="0" sz="2300" spc="-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dirty="0" sz="2300" spc="-20" b="1">
                <a:solidFill>
                  <a:srgbClr val="FFFFFF"/>
                </a:solidFill>
                <a:latin typeface="Tahoma"/>
                <a:cs typeface="Tahoma"/>
              </a:rPr>
              <a:t> sem.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229474" y="6657680"/>
            <a:ext cx="41275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30" b="1">
                <a:solidFill>
                  <a:srgbClr val="FFFFFF"/>
                </a:solidFill>
                <a:latin typeface="Tahoma"/>
                <a:cs typeface="Tahoma"/>
              </a:rPr>
              <a:t>09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168631" y="6607867"/>
            <a:ext cx="291846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50" b="1">
                <a:solidFill>
                  <a:srgbClr val="FFFFFF"/>
                </a:solidFill>
                <a:latin typeface="Tahoma"/>
                <a:cs typeface="Tahoma"/>
              </a:rPr>
              <a:t>QA</a:t>
            </a:r>
            <a:r>
              <a:rPr dirty="0" sz="2300" spc="-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230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cierre</a:t>
            </a:r>
            <a:r>
              <a:rPr dirty="0" sz="230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25" b="1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dirty="0" sz="230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dirty="0" sz="230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0" b="1">
                <a:solidFill>
                  <a:srgbClr val="FFFFFF"/>
                </a:solidFill>
                <a:latin typeface="Tahoma"/>
                <a:cs typeface="Tahoma"/>
              </a:rPr>
              <a:t>sem.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04364" y="7743541"/>
            <a:ext cx="796290" cy="796290"/>
          </a:xfrm>
          <a:custGeom>
            <a:avLst/>
            <a:gdLst/>
            <a:ahLst/>
            <a:cxnLst/>
            <a:rect l="l" t="t" r="r" b="b"/>
            <a:pathLst>
              <a:path w="796289" h="796290">
                <a:moveTo>
                  <a:pt x="397966" y="0"/>
                </a:moveTo>
                <a:lnTo>
                  <a:pt x="351555" y="2677"/>
                </a:lnTo>
                <a:lnTo>
                  <a:pt x="306716" y="10510"/>
                </a:lnTo>
                <a:lnTo>
                  <a:pt x="263748" y="23200"/>
                </a:lnTo>
                <a:lnTo>
                  <a:pt x="222950" y="40449"/>
                </a:lnTo>
                <a:lnTo>
                  <a:pt x="184621" y="61958"/>
                </a:lnTo>
                <a:lnTo>
                  <a:pt x="149058" y="87428"/>
                </a:lnTo>
                <a:lnTo>
                  <a:pt x="116561" y="116561"/>
                </a:lnTo>
                <a:lnTo>
                  <a:pt x="87428" y="149058"/>
                </a:lnTo>
                <a:lnTo>
                  <a:pt x="61958" y="184621"/>
                </a:lnTo>
                <a:lnTo>
                  <a:pt x="40449" y="222950"/>
                </a:lnTo>
                <a:lnTo>
                  <a:pt x="23200" y="263748"/>
                </a:lnTo>
                <a:lnTo>
                  <a:pt x="10510" y="306716"/>
                </a:lnTo>
                <a:lnTo>
                  <a:pt x="2677" y="351555"/>
                </a:lnTo>
                <a:lnTo>
                  <a:pt x="0" y="397966"/>
                </a:lnTo>
                <a:lnTo>
                  <a:pt x="2677" y="444377"/>
                </a:lnTo>
                <a:lnTo>
                  <a:pt x="10510" y="489216"/>
                </a:lnTo>
                <a:lnTo>
                  <a:pt x="23200" y="532184"/>
                </a:lnTo>
                <a:lnTo>
                  <a:pt x="40449" y="572981"/>
                </a:lnTo>
                <a:lnTo>
                  <a:pt x="61958" y="611311"/>
                </a:lnTo>
                <a:lnTo>
                  <a:pt x="87428" y="646874"/>
                </a:lnTo>
                <a:lnTo>
                  <a:pt x="116561" y="679371"/>
                </a:lnTo>
                <a:lnTo>
                  <a:pt x="149058" y="708503"/>
                </a:lnTo>
                <a:lnTo>
                  <a:pt x="184621" y="733974"/>
                </a:lnTo>
                <a:lnTo>
                  <a:pt x="222950" y="755482"/>
                </a:lnTo>
                <a:lnTo>
                  <a:pt x="263748" y="772731"/>
                </a:lnTo>
                <a:lnTo>
                  <a:pt x="306716" y="785422"/>
                </a:lnTo>
                <a:lnTo>
                  <a:pt x="351555" y="793255"/>
                </a:lnTo>
                <a:lnTo>
                  <a:pt x="397966" y="795932"/>
                </a:lnTo>
                <a:lnTo>
                  <a:pt x="444377" y="793255"/>
                </a:lnTo>
                <a:lnTo>
                  <a:pt x="489216" y="785422"/>
                </a:lnTo>
                <a:lnTo>
                  <a:pt x="532184" y="772731"/>
                </a:lnTo>
                <a:lnTo>
                  <a:pt x="572981" y="755482"/>
                </a:lnTo>
                <a:lnTo>
                  <a:pt x="611311" y="733974"/>
                </a:lnTo>
                <a:lnTo>
                  <a:pt x="646874" y="708503"/>
                </a:lnTo>
                <a:lnTo>
                  <a:pt x="679371" y="679371"/>
                </a:lnTo>
                <a:lnTo>
                  <a:pt x="708503" y="646874"/>
                </a:lnTo>
                <a:lnTo>
                  <a:pt x="733974" y="611311"/>
                </a:lnTo>
                <a:lnTo>
                  <a:pt x="755482" y="572981"/>
                </a:lnTo>
                <a:lnTo>
                  <a:pt x="772731" y="532184"/>
                </a:lnTo>
                <a:lnTo>
                  <a:pt x="785422" y="489216"/>
                </a:lnTo>
                <a:lnTo>
                  <a:pt x="793255" y="444377"/>
                </a:lnTo>
                <a:lnTo>
                  <a:pt x="795932" y="397966"/>
                </a:lnTo>
                <a:lnTo>
                  <a:pt x="793255" y="351555"/>
                </a:lnTo>
                <a:lnTo>
                  <a:pt x="785422" y="306716"/>
                </a:lnTo>
                <a:lnTo>
                  <a:pt x="772731" y="263748"/>
                </a:lnTo>
                <a:lnTo>
                  <a:pt x="755482" y="222950"/>
                </a:lnTo>
                <a:lnTo>
                  <a:pt x="733974" y="184621"/>
                </a:lnTo>
                <a:lnTo>
                  <a:pt x="708503" y="149058"/>
                </a:lnTo>
                <a:lnTo>
                  <a:pt x="679371" y="116561"/>
                </a:lnTo>
                <a:lnTo>
                  <a:pt x="646874" y="87428"/>
                </a:lnTo>
                <a:lnTo>
                  <a:pt x="611311" y="61958"/>
                </a:lnTo>
                <a:lnTo>
                  <a:pt x="572981" y="40449"/>
                </a:lnTo>
                <a:lnTo>
                  <a:pt x="532184" y="23200"/>
                </a:lnTo>
                <a:lnTo>
                  <a:pt x="489216" y="10510"/>
                </a:lnTo>
                <a:lnTo>
                  <a:pt x="444377" y="2677"/>
                </a:lnTo>
                <a:lnTo>
                  <a:pt x="397966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657296" y="7958563"/>
            <a:ext cx="40894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25" b="1">
                <a:solidFill>
                  <a:srgbClr val="FFFFFF"/>
                </a:solidFill>
                <a:latin typeface="Tahoma"/>
                <a:cs typeface="Tahoma"/>
              </a:rPr>
              <a:t>03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58705" y="7909648"/>
            <a:ext cx="2517775" cy="70929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>
              <a:lnSpc>
                <a:spcPts val="2630"/>
              </a:lnSpc>
              <a:spcBef>
                <a:spcPts val="295"/>
              </a:spcBef>
            </a:pPr>
            <a:r>
              <a:rPr dirty="0" sz="2300" spc="-10" b="1">
                <a:solidFill>
                  <a:srgbClr val="FFFFFF"/>
                </a:solidFill>
                <a:latin typeface="Tahoma"/>
                <a:cs typeface="Tahoma"/>
              </a:rPr>
              <a:t>Configuración</a:t>
            </a:r>
            <a:r>
              <a:rPr dirty="0" sz="2300" spc="-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5" b="1">
                <a:solidFill>
                  <a:srgbClr val="FFFFFF"/>
                </a:solidFill>
                <a:latin typeface="Tahoma"/>
                <a:cs typeface="Tahoma"/>
              </a:rPr>
              <a:t>de </a:t>
            </a:r>
            <a:r>
              <a:rPr dirty="0" sz="2300" spc="-20" b="1">
                <a:solidFill>
                  <a:srgbClr val="FFFFFF"/>
                </a:solidFill>
                <a:latin typeface="Tahoma"/>
                <a:cs typeface="Tahoma"/>
              </a:rPr>
              <a:t>entorno</a:t>
            </a:r>
            <a:r>
              <a:rPr dirty="0" sz="2300" spc="-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25" b="1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dirty="0" sz="2300" spc="-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440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dirty="0" sz="2300" spc="-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0" b="1">
                <a:solidFill>
                  <a:srgbClr val="FFFFFF"/>
                </a:solidFill>
                <a:latin typeface="Tahoma"/>
                <a:cs typeface="Tahoma"/>
              </a:rPr>
              <a:t>sem.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45732" y="7743541"/>
            <a:ext cx="796290" cy="796290"/>
          </a:xfrm>
          <a:custGeom>
            <a:avLst/>
            <a:gdLst/>
            <a:ahLst/>
            <a:cxnLst/>
            <a:rect l="l" t="t" r="r" b="b"/>
            <a:pathLst>
              <a:path w="796290" h="796290">
                <a:moveTo>
                  <a:pt x="397966" y="0"/>
                </a:moveTo>
                <a:lnTo>
                  <a:pt x="351555" y="2677"/>
                </a:lnTo>
                <a:lnTo>
                  <a:pt x="306716" y="10510"/>
                </a:lnTo>
                <a:lnTo>
                  <a:pt x="263748" y="23200"/>
                </a:lnTo>
                <a:lnTo>
                  <a:pt x="222950" y="40449"/>
                </a:lnTo>
                <a:lnTo>
                  <a:pt x="184621" y="61958"/>
                </a:lnTo>
                <a:lnTo>
                  <a:pt x="149058" y="87428"/>
                </a:lnTo>
                <a:lnTo>
                  <a:pt x="116561" y="116561"/>
                </a:lnTo>
                <a:lnTo>
                  <a:pt x="87428" y="149058"/>
                </a:lnTo>
                <a:lnTo>
                  <a:pt x="61958" y="184621"/>
                </a:lnTo>
                <a:lnTo>
                  <a:pt x="40449" y="222950"/>
                </a:lnTo>
                <a:lnTo>
                  <a:pt x="23200" y="263748"/>
                </a:lnTo>
                <a:lnTo>
                  <a:pt x="10510" y="306716"/>
                </a:lnTo>
                <a:lnTo>
                  <a:pt x="2677" y="351555"/>
                </a:lnTo>
                <a:lnTo>
                  <a:pt x="0" y="397966"/>
                </a:lnTo>
                <a:lnTo>
                  <a:pt x="2677" y="444377"/>
                </a:lnTo>
                <a:lnTo>
                  <a:pt x="10510" y="489216"/>
                </a:lnTo>
                <a:lnTo>
                  <a:pt x="23200" y="532184"/>
                </a:lnTo>
                <a:lnTo>
                  <a:pt x="40449" y="572981"/>
                </a:lnTo>
                <a:lnTo>
                  <a:pt x="61958" y="611311"/>
                </a:lnTo>
                <a:lnTo>
                  <a:pt x="87428" y="646874"/>
                </a:lnTo>
                <a:lnTo>
                  <a:pt x="116561" y="679371"/>
                </a:lnTo>
                <a:lnTo>
                  <a:pt x="149058" y="708503"/>
                </a:lnTo>
                <a:lnTo>
                  <a:pt x="184621" y="733974"/>
                </a:lnTo>
                <a:lnTo>
                  <a:pt x="222950" y="755482"/>
                </a:lnTo>
                <a:lnTo>
                  <a:pt x="263748" y="772731"/>
                </a:lnTo>
                <a:lnTo>
                  <a:pt x="306716" y="785422"/>
                </a:lnTo>
                <a:lnTo>
                  <a:pt x="351555" y="793255"/>
                </a:lnTo>
                <a:lnTo>
                  <a:pt x="397966" y="795932"/>
                </a:lnTo>
                <a:lnTo>
                  <a:pt x="444377" y="793255"/>
                </a:lnTo>
                <a:lnTo>
                  <a:pt x="489216" y="785422"/>
                </a:lnTo>
                <a:lnTo>
                  <a:pt x="532184" y="772731"/>
                </a:lnTo>
                <a:lnTo>
                  <a:pt x="572981" y="755482"/>
                </a:lnTo>
                <a:lnTo>
                  <a:pt x="611311" y="733974"/>
                </a:lnTo>
                <a:lnTo>
                  <a:pt x="646874" y="708503"/>
                </a:lnTo>
                <a:lnTo>
                  <a:pt x="679371" y="679371"/>
                </a:lnTo>
                <a:lnTo>
                  <a:pt x="708503" y="646874"/>
                </a:lnTo>
                <a:lnTo>
                  <a:pt x="733974" y="611311"/>
                </a:lnTo>
                <a:lnTo>
                  <a:pt x="755482" y="572981"/>
                </a:lnTo>
                <a:lnTo>
                  <a:pt x="772731" y="532184"/>
                </a:lnTo>
                <a:lnTo>
                  <a:pt x="785422" y="489216"/>
                </a:lnTo>
                <a:lnTo>
                  <a:pt x="793255" y="444377"/>
                </a:lnTo>
                <a:lnTo>
                  <a:pt x="795932" y="397966"/>
                </a:lnTo>
                <a:lnTo>
                  <a:pt x="793255" y="351555"/>
                </a:lnTo>
                <a:lnTo>
                  <a:pt x="785422" y="306716"/>
                </a:lnTo>
                <a:lnTo>
                  <a:pt x="772731" y="263748"/>
                </a:lnTo>
                <a:lnTo>
                  <a:pt x="755482" y="222950"/>
                </a:lnTo>
                <a:lnTo>
                  <a:pt x="733974" y="184621"/>
                </a:lnTo>
                <a:lnTo>
                  <a:pt x="708503" y="149058"/>
                </a:lnTo>
                <a:lnTo>
                  <a:pt x="679371" y="116561"/>
                </a:lnTo>
                <a:lnTo>
                  <a:pt x="646874" y="87428"/>
                </a:lnTo>
                <a:lnTo>
                  <a:pt x="611311" y="61958"/>
                </a:lnTo>
                <a:lnTo>
                  <a:pt x="572981" y="40449"/>
                </a:lnTo>
                <a:lnTo>
                  <a:pt x="532184" y="23200"/>
                </a:lnTo>
                <a:lnTo>
                  <a:pt x="489216" y="10510"/>
                </a:lnTo>
                <a:lnTo>
                  <a:pt x="444377" y="2677"/>
                </a:lnTo>
                <a:lnTo>
                  <a:pt x="397966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698663" y="7936845"/>
            <a:ext cx="38354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35" b="1">
                <a:solidFill>
                  <a:srgbClr val="FFFFFF"/>
                </a:solidFill>
                <a:latin typeface="Tahoma"/>
                <a:cs typeface="Tahoma"/>
              </a:rPr>
              <a:t>07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00073" y="7909648"/>
            <a:ext cx="2780665" cy="70929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>
              <a:lnSpc>
                <a:spcPts val="2630"/>
              </a:lnSpc>
              <a:spcBef>
                <a:spcPts val="295"/>
              </a:spcBef>
            </a:pPr>
            <a:r>
              <a:rPr dirty="0" sz="2300" spc="-10" b="1">
                <a:solidFill>
                  <a:srgbClr val="FFFFFF"/>
                </a:solidFill>
                <a:latin typeface="Tahoma"/>
                <a:cs typeface="Tahoma"/>
              </a:rPr>
              <a:t>Dashboard</a:t>
            </a:r>
            <a:r>
              <a:rPr dirty="0" sz="2300" spc="-1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2300" spc="-1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0" b="1">
                <a:solidFill>
                  <a:srgbClr val="FFFFFF"/>
                </a:solidFill>
                <a:latin typeface="Tahoma"/>
                <a:cs typeface="Tahoma"/>
              </a:rPr>
              <a:t>CRUD </a:t>
            </a:r>
            <a:r>
              <a:rPr dirty="0" sz="2300" spc="-225" b="1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dirty="0" sz="230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dirty="0" sz="230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0" b="1">
                <a:solidFill>
                  <a:srgbClr val="FFFFFF"/>
                </a:solidFill>
                <a:latin typeface="Tahoma"/>
                <a:cs typeface="Tahoma"/>
              </a:rPr>
              <a:t>sem.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34"/>
          <p:cNvSpPr txBox="1"/>
          <p:nvPr/>
        </p:nvSpPr>
        <p:spPr>
          <a:xfrm>
            <a:off x="16441142" y="602669"/>
            <a:ext cx="106743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ahoma"/>
                <a:cs typeface="Tahoma"/>
              </a:rPr>
              <a:t>Page-</a:t>
            </a:r>
            <a:r>
              <a:rPr dirty="0" sz="2200" spc="-25">
                <a:latin typeface="Tahoma"/>
                <a:cs typeface="Tahoma"/>
              </a:rPr>
              <a:t>12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1267849" y="2357186"/>
            <a:ext cx="7876540" cy="5795645"/>
            <a:chOff x="1267849" y="2357186"/>
            <a:chExt cx="7876540" cy="5795645"/>
          </a:xfrm>
        </p:grpSpPr>
        <p:sp>
          <p:nvSpPr>
            <p:cNvPr id="3" name="object 3"/>
            <p:cNvSpPr/>
            <p:nvPr/>
          </p:nvSpPr>
          <p:spPr>
            <a:xfrm>
              <a:off x="1267849" y="2357186"/>
              <a:ext cx="7876540" cy="5795645"/>
            </a:xfrm>
            <a:custGeom>
              <a:avLst/>
              <a:gdLst/>
              <a:ahLst/>
              <a:cxnLst/>
              <a:rect l="l" t="t" r="r" b="b"/>
              <a:pathLst>
                <a:path w="7876540" h="5795645">
                  <a:moveTo>
                    <a:pt x="7876150" y="5795067"/>
                  </a:moveTo>
                  <a:lnTo>
                    <a:pt x="0" y="5795067"/>
                  </a:lnTo>
                  <a:lnTo>
                    <a:pt x="0" y="0"/>
                  </a:lnTo>
                  <a:lnTo>
                    <a:pt x="7876150" y="0"/>
                  </a:lnTo>
                  <a:lnTo>
                    <a:pt x="7876150" y="5795067"/>
                  </a:lnTo>
                  <a:close/>
                </a:path>
              </a:pathLst>
            </a:custGeom>
            <a:solidFill>
              <a:srgbClr val="5CE1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279329" y="2397191"/>
              <a:ext cx="0" cy="5372735"/>
            </a:xfrm>
            <a:custGeom>
              <a:avLst/>
              <a:gdLst/>
              <a:ahLst/>
              <a:cxnLst/>
              <a:rect l="l" t="t" r="r" b="b"/>
              <a:pathLst>
                <a:path w="0" h="5372734">
                  <a:moveTo>
                    <a:pt x="0" y="537215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615678" y="2397191"/>
              <a:ext cx="5345430" cy="5372735"/>
            </a:xfrm>
            <a:custGeom>
              <a:avLst/>
              <a:gdLst/>
              <a:ahLst/>
              <a:cxnLst/>
              <a:rect l="l" t="t" r="r" b="b"/>
              <a:pathLst>
                <a:path w="5345430" h="5372734">
                  <a:moveTo>
                    <a:pt x="0" y="5372157"/>
                  </a:moveTo>
                  <a:lnTo>
                    <a:pt x="0" y="0"/>
                  </a:lnTo>
                </a:path>
                <a:path w="5345430" h="5372734">
                  <a:moveTo>
                    <a:pt x="1336348" y="5372157"/>
                  </a:moveTo>
                  <a:lnTo>
                    <a:pt x="1336348" y="0"/>
                  </a:lnTo>
                </a:path>
                <a:path w="5345430" h="5372734">
                  <a:moveTo>
                    <a:pt x="2672697" y="5372157"/>
                  </a:moveTo>
                  <a:lnTo>
                    <a:pt x="2672697" y="0"/>
                  </a:lnTo>
                </a:path>
                <a:path w="5345430" h="5372734">
                  <a:moveTo>
                    <a:pt x="4009045" y="5372157"/>
                  </a:moveTo>
                  <a:lnTo>
                    <a:pt x="4009045" y="0"/>
                  </a:lnTo>
                </a:path>
                <a:path w="5345430" h="5372734">
                  <a:moveTo>
                    <a:pt x="5345394" y="5372157"/>
                  </a:moveTo>
                  <a:lnTo>
                    <a:pt x="5345394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346000" y="2697416"/>
            <a:ext cx="8007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Tahoma"/>
                <a:cs typeface="Tahoma"/>
              </a:rPr>
              <a:t>Item</a:t>
            </a:r>
            <a:r>
              <a:rPr dirty="0" sz="2100" spc="-30">
                <a:latin typeface="Tahoma"/>
                <a:cs typeface="Tahoma"/>
              </a:rPr>
              <a:t> </a:t>
            </a:r>
            <a:r>
              <a:rPr dirty="0" sz="2100" spc="-50">
                <a:latin typeface="Tahoma"/>
                <a:cs typeface="Tahoma"/>
              </a:rPr>
              <a:t>1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8375" y="4165219"/>
            <a:ext cx="8007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Tahoma"/>
                <a:cs typeface="Tahoma"/>
              </a:rPr>
              <a:t>Item</a:t>
            </a:r>
            <a:r>
              <a:rPr dirty="0" sz="2100" spc="-30">
                <a:latin typeface="Tahoma"/>
                <a:cs typeface="Tahoma"/>
              </a:rPr>
              <a:t> </a:t>
            </a:r>
            <a:r>
              <a:rPr dirty="0" sz="2100" spc="-50">
                <a:latin typeface="Tahoma"/>
                <a:cs typeface="Tahoma"/>
              </a:rPr>
              <a:t>2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98375" y="5633021"/>
            <a:ext cx="8007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Tahoma"/>
                <a:cs typeface="Tahoma"/>
              </a:rPr>
              <a:t>Item</a:t>
            </a:r>
            <a:r>
              <a:rPr dirty="0" sz="2100" spc="-30">
                <a:latin typeface="Tahoma"/>
                <a:cs typeface="Tahoma"/>
              </a:rPr>
              <a:t> </a:t>
            </a:r>
            <a:r>
              <a:rPr dirty="0" sz="2100" spc="-50">
                <a:latin typeface="Tahoma"/>
                <a:cs typeface="Tahoma"/>
              </a:rPr>
              <a:t>3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88850" y="7100823"/>
            <a:ext cx="8007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Tahoma"/>
                <a:cs typeface="Tahoma"/>
              </a:rPr>
              <a:t>Item</a:t>
            </a:r>
            <a:r>
              <a:rPr dirty="0" sz="2100" spc="-30">
                <a:latin typeface="Tahoma"/>
                <a:cs typeface="Tahoma"/>
              </a:rPr>
              <a:t> </a:t>
            </a:r>
            <a:r>
              <a:rPr dirty="0" sz="2100" spc="-50">
                <a:latin typeface="Tahoma"/>
                <a:cs typeface="Tahoma"/>
              </a:rPr>
              <a:t>4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279329" y="2397191"/>
            <a:ext cx="6414770" cy="5372735"/>
            <a:chOff x="2279329" y="2397191"/>
            <a:chExt cx="6414770" cy="5372735"/>
          </a:xfrm>
        </p:grpSpPr>
        <p:sp>
          <p:nvSpPr>
            <p:cNvPr id="17" name="object 17"/>
            <p:cNvSpPr/>
            <p:nvPr/>
          </p:nvSpPr>
          <p:spPr>
            <a:xfrm>
              <a:off x="2279329" y="2397191"/>
              <a:ext cx="2138680" cy="312420"/>
            </a:xfrm>
            <a:custGeom>
              <a:avLst/>
              <a:gdLst/>
              <a:ahLst/>
              <a:cxnLst/>
              <a:rect l="l" t="t" r="r" b="b"/>
              <a:pathLst>
                <a:path w="2138679" h="312419">
                  <a:moveTo>
                    <a:pt x="1982172" y="311970"/>
                  </a:moveTo>
                  <a:lnTo>
                    <a:pt x="0" y="311970"/>
                  </a:lnTo>
                  <a:lnTo>
                    <a:pt x="0" y="0"/>
                  </a:lnTo>
                  <a:lnTo>
                    <a:pt x="1982172" y="0"/>
                  </a:lnTo>
                  <a:lnTo>
                    <a:pt x="2020083" y="4675"/>
                  </a:lnTo>
                  <a:lnTo>
                    <a:pt x="2055704" y="18416"/>
                  </a:lnTo>
                  <a:lnTo>
                    <a:pt x="2086919" y="40400"/>
                  </a:lnTo>
                  <a:lnTo>
                    <a:pt x="2111869" y="69324"/>
                  </a:lnTo>
                  <a:lnTo>
                    <a:pt x="2129043" y="103443"/>
                  </a:lnTo>
                  <a:lnTo>
                    <a:pt x="2137408" y="140695"/>
                  </a:lnTo>
                  <a:lnTo>
                    <a:pt x="2138158" y="155985"/>
                  </a:lnTo>
                  <a:lnTo>
                    <a:pt x="2137970" y="163648"/>
                  </a:lnTo>
                  <a:lnTo>
                    <a:pt x="2131442" y="201265"/>
                  </a:lnTo>
                  <a:lnTo>
                    <a:pt x="2115971" y="236169"/>
                  </a:lnTo>
                  <a:lnTo>
                    <a:pt x="2092470" y="266283"/>
                  </a:lnTo>
                  <a:lnTo>
                    <a:pt x="2062357" y="289783"/>
                  </a:lnTo>
                  <a:lnTo>
                    <a:pt x="2027453" y="305255"/>
                  </a:lnTo>
                  <a:lnTo>
                    <a:pt x="1989835" y="311782"/>
                  </a:lnTo>
                  <a:lnTo>
                    <a:pt x="1982172" y="311970"/>
                  </a:lnTo>
                  <a:close/>
                </a:path>
              </a:pathLst>
            </a:custGeom>
            <a:solidFill>
              <a:srgbClr val="EC9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279329" y="2725581"/>
              <a:ext cx="2138680" cy="312420"/>
            </a:xfrm>
            <a:custGeom>
              <a:avLst/>
              <a:gdLst/>
              <a:ahLst/>
              <a:cxnLst/>
              <a:rect l="l" t="t" r="r" b="b"/>
              <a:pathLst>
                <a:path w="2138679" h="312419">
                  <a:moveTo>
                    <a:pt x="1982172" y="311970"/>
                  </a:moveTo>
                  <a:lnTo>
                    <a:pt x="0" y="311970"/>
                  </a:lnTo>
                  <a:lnTo>
                    <a:pt x="0" y="0"/>
                  </a:lnTo>
                  <a:lnTo>
                    <a:pt x="1982172" y="0"/>
                  </a:lnTo>
                  <a:lnTo>
                    <a:pt x="1989835" y="187"/>
                  </a:lnTo>
                  <a:lnTo>
                    <a:pt x="2027453" y="6714"/>
                  </a:lnTo>
                  <a:lnTo>
                    <a:pt x="2062357" y="22186"/>
                  </a:lnTo>
                  <a:lnTo>
                    <a:pt x="2092470" y="45686"/>
                  </a:lnTo>
                  <a:lnTo>
                    <a:pt x="2115970" y="75800"/>
                  </a:lnTo>
                  <a:lnTo>
                    <a:pt x="2131442" y="110704"/>
                  </a:lnTo>
                  <a:lnTo>
                    <a:pt x="2137970" y="148321"/>
                  </a:lnTo>
                  <a:lnTo>
                    <a:pt x="2138158" y="155985"/>
                  </a:lnTo>
                  <a:lnTo>
                    <a:pt x="2137970" y="163648"/>
                  </a:lnTo>
                  <a:lnTo>
                    <a:pt x="2131442" y="201265"/>
                  </a:lnTo>
                  <a:lnTo>
                    <a:pt x="2115971" y="236170"/>
                  </a:lnTo>
                  <a:lnTo>
                    <a:pt x="2092470" y="266283"/>
                  </a:lnTo>
                  <a:lnTo>
                    <a:pt x="2062357" y="289783"/>
                  </a:lnTo>
                  <a:lnTo>
                    <a:pt x="2027453" y="305255"/>
                  </a:lnTo>
                  <a:lnTo>
                    <a:pt x="1989835" y="311782"/>
                  </a:lnTo>
                  <a:lnTo>
                    <a:pt x="1982172" y="311970"/>
                  </a:lnTo>
                  <a:close/>
                </a:path>
              </a:pathLst>
            </a:custGeom>
            <a:solidFill>
              <a:srgbClr val="4B48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279329" y="3053970"/>
              <a:ext cx="1069340" cy="312420"/>
            </a:xfrm>
            <a:custGeom>
              <a:avLst/>
              <a:gdLst/>
              <a:ahLst/>
              <a:cxnLst/>
              <a:rect l="l" t="t" r="r" b="b"/>
              <a:pathLst>
                <a:path w="1069339" h="312420">
                  <a:moveTo>
                    <a:pt x="913093" y="311970"/>
                  </a:moveTo>
                  <a:lnTo>
                    <a:pt x="0" y="311970"/>
                  </a:lnTo>
                  <a:lnTo>
                    <a:pt x="0" y="0"/>
                  </a:lnTo>
                  <a:lnTo>
                    <a:pt x="913093" y="0"/>
                  </a:lnTo>
                  <a:lnTo>
                    <a:pt x="920757" y="187"/>
                  </a:lnTo>
                  <a:lnTo>
                    <a:pt x="958374" y="6714"/>
                  </a:lnTo>
                  <a:lnTo>
                    <a:pt x="993278" y="22186"/>
                  </a:lnTo>
                  <a:lnTo>
                    <a:pt x="1023391" y="45686"/>
                  </a:lnTo>
                  <a:lnTo>
                    <a:pt x="1046892" y="75800"/>
                  </a:lnTo>
                  <a:lnTo>
                    <a:pt x="1062363" y="110704"/>
                  </a:lnTo>
                  <a:lnTo>
                    <a:pt x="1068891" y="148321"/>
                  </a:lnTo>
                  <a:lnTo>
                    <a:pt x="1069079" y="155984"/>
                  </a:lnTo>
                  <a:lnTo>
                    <a:pt x="1068891" y="163648"/>
                  </a:lnTo>
                  <a:lnTo>
                    <a:pt x="1062363" y="201265"/>
                  </a:lnTo>
                  <a:lnTo>
                    <a:pt x="1046892" y="236169"/>
                  </a:lnTo>
                  <a:lnTo>
                    <a:pt x="1023391" y="266283"/>
                  </a:lnTo>
                  <a:lnTo>
                    <a:pt x="993278" y="289783"/>
                  </a:lnTo>
                  <a:lnTo>
                    <a:pt x="958374" y="305255"/>
                  </a:lnTo>
                  <a:lnTo>
                    <a:pt x="920757" y="311782"/>
                  </a:lnTo>
                  <a:lnTo>
                    <a:pt x="913093" y="3119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279329" y="3864993"/>
              <a:ext cx="3207385" cy="312420"/>
            </a:xfrm>
            <a:custGeom>
              <a:avLst/>
              <a:gdLst/>
              <a:ahLst/>
              <a:cxnLst/>
              <a:rect l="l" t="t" r="r" b="b"/>
              <a:pathLst>
                <a:path w="3207385" h="312420">
                  <a:moveTo>
                    <a:pt x="3051251" y="311970"/>
                  </a:moveTo>
                  <a:lnTo>
                    <a:pt x="0" y="311970"/>
                  </a:lnTo>
                  <a:lnTo>
                    <a:pt x="0" y="0"/>
                  </a:lnTo>
                  <a:lnTo>
                    <a:pt x="3051251" y="0"/>
                  </a:lnTo>
                  <a:lnTo>
                    <a:pt x="3058914" y="187"/>
                  </a:lnTo>
                  <a:lnTo>
                    <a:pt x="3096531" y="6714"/>
                  </a:lnTo>
                  <a:lnTo>
                    <a:pt x="3131436" y="22186"/>
                  </a:lnTo>
                  <a:lnTo>
                    <a:pt x="3161549" y="45686"/>
                  </a:lnTo>
                  <a:lnTo>
                    <a:pt x="3185049" y="75799"/>
                  </a:lnTo>
                  <a:lnTo>
                    <a:pt x="3200521" y="110704"/>
                  </a:lnTo>
                  <a:lnTo>
                    <a:pt x="3207048" y="148321"/>
                  </a:lnTo>
                  <a:lnTo>
                    <a:pt x="3207237" y="155984"/>
                  </a:lnTo>
                  <a:lnTo>
                    <a:pt x="3207048" y="163648"/>
                  </a:lnTo>
                  <a:lnTo>
                    <a:pt x="3200521" y="201265"/>
                  </a:lnTo>
                  <a:lnTo>
                    <a:pt x="3185049" y="236169"/>
                  </a:lnTo>
                  <a:lnTo>
                    <a:pt x="3161549" y="266283"/>
                  </a:lnTo>
                  <a:lnTo>
                    <a:pt x="3131435" y="289783"/>
                  </a:lnTo>
                  <a:lnTo>
                    <a:pt x="3096531" y="305255"/>
                  </a:lnTo>
                  <a:lnTo>
                    <a:pt x="3058914" y="311782"/>
                  </a:lnTo>
                  <a:lnTo>
                    <a:pt x="3051251" y="311970"/>
                  </a:lnTo>
                  <a:close/>
                </a:path>
              </a:pathLst>
            </a:custGeom>
            <a:solidFill>
              <a:srgbClr val="EC9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279329" y="4193383"/>
              <a:ext cx="2672715" cy="312420"/>
            </a:xfrm>
            <a:custGeom>
              <a:avLst/>
              <a:gdLst/>
              <a:ahLst/>
              <a:cxnLst/>
              <a:rect l="l" t="t" r="r" b="b"/>
              <a:pathLst>
                <a:path w="2672715" h="312420">
                  <a:moveTo>
                    <a:pt x="2516711" y="311970"/>
                  </a:moveTo>
                  <a:lnTo>
                    <a:pt x="0" y="311970"/>
                  </a:lnTo>
                  <a:lnTo>
                    <a:pt x="0" y="0"/>
                  </a:lnTo>
                  <a:lnTo>
                    <a:pt x="2516711" y="0"/>
                  </a:lnTo>
                  <a:lnTo>
                    <a:pt x="2524374" y="187"/>
                  </a:lnTo>
                  <a:lnTo>
                    <a:pt x="2561992" y="6714"/>
                  </a:lnTo>
                  <a:lnTo>
                    <a:pt x="2596896" y="22186"/>
                  </a:lnTo>
                  <a:lnTo>
                    <a:pt x="2627009" y="45686"/>
                  </a:lnTo>
                  <a:lnTo>
                    <a:pt x="2650510" y="75799"/>
                  </a:lnTo>
                  <a:lnTo>
                    <a:pt x="2665981" y="110703"/>
                  </a:lnTo>
                  <a:lnTo>
                    <a:pt x="2672509" y="148321"/>
                  </a:lnTo>
                  <a:lnTo>
                    <a:pt x="2672697" y="155984"/>
                  </a:lnTo>
                  <a:lnTo>
                    <a:pt x="2672509" y="163647"/>
                  </a:lnTo>
                  <a:lnTo>
                    <a:pt x="2665981" y="201265"/>
                  </a:lnTo>
                  <a:lnTo>
                    <a:pt x="2650510" y="236169"/>
                  </a:lnTo>
                  <a:lnTo>
                    <a:pt x="2627009" y="266282"/>
                  </a:lnTo>
                  <a:lnTo>
                    <a:pt x="2596896" y="289783"/>
                  </a:lnTo>
                  <a:lnTo>
                    <a:pt x="2561992" y="305254"/>
                  </a:lnTo>
                  <a:lnTo>
                    <a:pt x="2524374" y="311782"/>
                  </a:lnTo>
                  <a:lnTo>
                    <a:pt x="2516711" y="311970"/>
                  </a:lnTo>
                  <a:close/>
                </a:path>
              </a:pathLst>
            </a:custGeom>
            <a:solidFill>
              <a:srgbClr val="4B48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279329" y="4521773"/>
              <a:ext cx="2138680" cy="312420"/>
            </a:xfrm>
            <a:custGeom>
              <a:avLst/>
              <a:gdLst/>
              <a:ahLst/>
              <a:cxnLst/>
              <a:rect l="l" t="t" r="r" b="b"/>
              <a:pathLst>
                <a:path w="2138679" h="312420">
                  <a:moveTo>
                    <a:pt x="1982172" y="311970"/>
                  </a:moveTo>
                  <a:lnTo>
                    <a:pt x="0" y="311970"/>
                  </a:lnTo>
                  <a:lnTo>
                    <a:pt x="0" y="0"/>
                  </a:lnTo>
                  <a:lnTo>
                    <a:pt x="1982172" y="0"/>
                  </a:lnTo>
                  <a:lnTo>
                    <a:pt x="1989835" y="187"/>
                  </a:lnTo>
                  <a:lnTo>
                    <a:pt x="2027453" y="6714"/>
                  </a:lnTo>
                  <a:lnTo>
                    <a:pt x="2062357" y="22186"/>
                  </a:lnTo>
                  <a:lnTo>
                    <a:pt x="2092470" y="45686"/>
                  </a:lnTo>
                  <a:lnTo>
                    <a:pt x="2115970" y="75799"/>
                  </a:lnTo>
                  <a:lnTo>
                    <a:pt x="2131442" y="110704"/>
                  </a:lnTo>
                  <a:lnTo>
                    <a:pt x="2137970" y="148321"/>
                  </a:lnTo>
                  <a:lnTo>
                    <a:pt x="2138158" y="155984"/>
                  </a:lnTo>
                  <a:lnTo>
                    <a:pt x="2137970" y="163647"/>
                  </a:lnTo>
                  <a:lnTo>
                    <a:pt x="2131442" y="201265"/>
                  </a:lnTo>
                  <a:lnTo>
                    <a:pt x="2115971" y="236169"/>
                  </a:lnTo>
                  <a:lnTo>
                    <a:pt x="2092470" y="266282"/>
                  </a:lnTo>
                  <a:lnTo>
                    <a:pt x="2062357" y="289783"/>
                  </a:lnTo>
                  <a:lnTo>
                    <a:pt x="2027453" y="305254"/>
                  </a:lnTo>
                  <a:lnTo>
                    <a:pt x="1989835" y="311782"/>
                  </a:lnTo>
                  <a:lnTo>
                    <a:pt x="1982172" y="3119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279329" y="5332796"/>
              <a:ext cx="4276725" cy="312420"/>
            </a:xfrm>
            <a:custGeom>
              <a:avLst/>
              <a:gdLst/>
              <a:ahLst/>
              <a:cxnLst/>
              <a:rect l="l" t="t" r="r" b="b"/>
              <a:pathLst>
                <a:path w="4276725" h="312420">
                  <a:moveTo>
                    <a:pt x="4120330" y="311970"/>
                  </a:moveTo>
                  <a:lnTo>
                    <a:pt x="0" y="311970"/>
                  </a:lnTo>
                  <a:lnTo>
                    <a:pt x="0" y="0"/>
                  </a:lnTo>
                  <a:lnTo>
                    <a:pt x="4120330" y="0"/>
                  </a:lnTo>
                  <a:lnTo>
                    <a:pt x="4127993" y="187"/>
                  </a:lnTo>
                  <a:lnTo>
                    <a:pt x="4165610" y="6714"/>
                  </a:lnTo>
                  <a:lnTo>
                    <a:pt x="4200514" y="22186"/>
                  </a:lnTo>
                  <a:lnTo>
                    <a:pt x="4230628" y="45686"/>
                  </a:lnTo>
                  <a:lnTo>
                    <a:pt x="4254128" y="75800"/>
                  </a:lnTo>
                  <a:lnTo>
                    <a:pt x="4269600" y="110704"/>
                  </a:lnTo>
                  <a:lnTo>
                    <a:pt x="4276128" y="148322"/>
                  </a:lnTo>
                  <a:lnTo>
                    <a:pt x="4276316" y="155985"/>
                  </a:lnTo>
                  <a:lnTo>
                    <a:pt x="4276128" y="163648"/>
                  </a:lnTo>
                  <a:lnTo>
                    <a:pt x="4269600" y="201265"/>
                  </a:lnTo>
                  <a:lnTo>
                    <a:pt x="4254128" y="236169"/>
                  </a:lnTo>
                  <a:lnTo>
                    <a:pt x="4230628" y="266282"/>
                  </a:lnTo>
                  <a:lnTo>
                    <a:pt x="4200514" y="289783"/>
                  </a:lnTo>
                  <a:lnTo>
                    <a:pt x="4165609" y="305254"/>
                  </a:lnTo>
                  <a:lnTo>
                    <a:pt x="4127993" y="311782"/>
                  </a:lnTo>
                  <a:lnTo>
                    <a:pt x="4120330" y="311970"/>
                  </a:lnTo>
                  <a:close/>
                </a:path>
              </a:pathLst>
            </a:custGeom>
            <a:solidFill>
              <a:srgbClr val="EC9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279329" y="5661186"/>
              <a:ext cx="2672715" cy="312420"/>
            </a:xfrm>
            <a:custGeom>
              <a:avLst/>
              <a:gdLst/>
              <a:ahLst/>
              <a:cxnLst/>
              <a:rect l="l" t="t" r="r" b="b"/>
              <a:pathLst>
                <a:path w="2672715" h="312420">
                  <a:moveTo>
                    <a:pt x="2516711" y="311970"/>
                  </a:moveTo>
                  <a:lnTo>
                    <a:pt x="0" y="311970"/>
                  </a:lnTo>
                  <a:lnTo>
                    <a:pt x="0" y="0"/>
                  </a:lnTo>
                  <a:lnTo>
                    <a:pt x="2516711" y="0"/>
                  </a:lnTo>
                  <a:lnTo>
                    <a:pt x="2524374" y="187"/>
                  </a:lnTo>
                  <a:lnTo>
                    <a:pt x="2561992" y="6714"/>
                  </a:lnTo>
                  <a:lnTo>
                    <a:pt x="2596896" y="22186"/>
                  </a:lnTo>
                  <a:lnTo>
                    <a:pt x="2627009" y="45686"/>
                  </a:lnTo>
                  <a:lnTo>
                    <a:pt x="2650510" y="75799"/>
                  </a:lnTo>
                  <a:lnTo>
                    <a:pt x="2665981" y="110704"/>
                  </a:lnTo>
                  <a:lnTo>
                    <a:pt x="2672509" y="148321"/>
                  </a:lnTo>
                  <a:lnTo>
                    <a:pt x="2672697" y="155985"/>
                  </a:lnTo>
                  <a:lnTo>
                    <a:pt x="2672509" y="163648"/>
                  </a:lnTo>
                  <a:lnTo>
                    <a:pt x="2665981" y="201265"/>
                  </a:lnTo>
                  <a:lnTo>
                    <a:pt x="2650510" y="236169"/>
                  </a:lnTo>
                  <a:lnTo>
                    <a:pt x="2627009" y="266282"/>
                  </a:lnTo>
                  <a:lnTo>
                    <a:pt x="2596896" y="289782"/>
                  </a:lnTo>
                  <a:lnTo>
                    <a:pt x="2561992" y="305254"/>
                  </a:lnTo>
                  <a:lnTo>
                    <a:pt x="2524374" y="311782"/>
                  </a:lnTo>
                  <a:lnTo>
                    <a:pt x="2516711" y="311970"/>
                  </a:lnTo>
                  <a:close/>
                </a:path>
              </a:pathLst>
            </a:custGeom>
            <a:solidFill>
              <a:srgbClr val="4B48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279329" y="5989576"/>
              <a:ext cx="2672715" cy="312420"/>
            </a:xfrm>
            <a:custGeom>
              <a:avLst/>
              <a:gdLst/>
              <a:ahLst/>
              <a:cxnLst/>
              <a:rect l="l" t="t" r="r" b="b"/>
              <a:pathLst>
                <a:path w="2672715" h="312420">
                  <a:moveTo>
                    <a:pt x="2516711" y="311970"/>
                  </a:moveTo>
                  <a:lnTo>
                    <a:pt x="0" y="311970"/>
                  </a:lnTo>
                  <a:lnTo>
                    <a:pt x="0" y="0"/>
                  </a:lnTo>
                  <a:lnTo>
                    <a:pt x="2516711" y="0"/>
                  </a:lnTo>
                  <a:lnTo>
                    <a:pt x="2524374" y="187"/>
                  </a:lnTo>
                  <a:lnTo>
                    <a:pt x="2561992" y="6714"/>
                  </a:lnTo>
                  <a:lnTo>
                    <a:pt x="2596896" y="22186"/>
                  </a:lnTo>
                  <a:lnTo>
                    <a:pt x="2627009" y="45686"/>
                  </a:lnTo>
                  <a:lnTo>
                    <a:pt x="2650510" y="75799"/>
                  </a:lnTo>
                  <a:lnTo>
                    <a:pt x="2665981" y="110704"/>
                  </a:lnTo>
                  <a:lnTo>
                    <a:pt x="2672509" y="148321"/>
                  </a:lnTo>
                  <a:lnTo>
                    <a:pt x="2672697" y="155985"/>
                  </a:lnTo>
                  <a:lnTo>
                    <a:pt x="2672509" y="163648"/>
                  </a:lnTo>
                  <a:lnTo>
                    <a:pt x="2665981" y="201265"/>
                  </a:lnTo>
                  <a:lnTo>
                    <a:pt x="2650510" y="236169"/>
                  </a:lnTo>
                  <a:lnTo>
                    <a:pt x="2627009" y="266283"/>
                  </a:lnTo>
                  <a:lnTo>
                    <a:pt x="2596896" y="289783"/>
                  </a:lnTo>
                  <a:lnTo>
                    <a:pt x="2561992" y="305254"/>
                  </a:lnTo>
                  <a:lnTo>
                    <a:pt x="2524374" y="311782"/>
                  </a:lnTo>
                  <a:lnTo>
                    <a:pt x="2516711" y="3119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279329" y="6800598"/>
              <a:ext cx="5345430" cy="312420"/>
            </a:xfrm>
            <a:custGeom>
              <a:avLst/>
              <a:gdLst/>
              <a:ahLst/>
              <a:cxnLst/>
              <a:rect l="l" t="t" r="r" b="b"/>
              <a:pathLst>
                <a:path w="5345430" h="312420">
                  <a:moveTo>
                    <a:pt x="5189409" y="311970"/>
                  </a:moveTo>
                  <a:lnTo>
                    <a:pt x="0" y="311970"/>
                  </a:lnTo>
                  <a:lnTo>
                    <a:pt x="0" y="0"/>
                  </a:lnTo>
                  <a:lnTo>
                    <a:pt x="5189409" y="0"/>
                  </a:lnTo>
                  <a:lnTo>
                    <a:pt x="5197071" y="187"/>
                  </a:lnTo>
                  <a:lnTo>
                    <a:pt x="5234688" y="6714"/>
                  </a:lnTo>
                  <a:lnTo>
                    <a:pt x="5269592" y="22185"/>
                  </a:lnTo>
                  <a:lnTo>
                    <a:pt x="5299706" y="45686"/>
                  </a:lnTo>
                  <a:lnTo>
                    <a:pt x="5323207" y="75799"/>
                  </a:lnTo>
                  <a:lnTo>
                    <a:pt x="5338678" y="110703"/>
                  </a:lnTo>
                  <a:lnTo>
                    <a:pt x="5345206" y="148321"/>
                  </a:lnTo>
                  <a:lnTo>
                    <a:pt x="5345394" y="155984"/>
                  </a:lnTo>
                  <a:lnTo>
                    <a:pt x="5345206" y="163647"/>
                  </a:lnTo>
                  <a:lnTo>
                    <a:pt x="5338678" y="201264"/>
                  </a:lnTo>
                  <a:lnTo>
                    <a:pt x="5323207" y="236169"/>
                  </a:lnTo>
                  <a:lnTo>
                    <a:pt x="5299706" y="266282"/>
                  </a:lnTo>
                  <a:lnTo>
                    <a:pt x="5269592" y="289782"/>
                  </a:lnTo>
                  <a:lnTo>
                    <a:pt x="5234688" y="305254"/>
                  </a:lnTo>
                  <a:lnTo>
                    <a:pt x="5197071" y="311782"/>
                  </a:lnTo>
                  <a:lnTo>
                    <a:pt x="5189409" y="311970"/>
                  </a:lnTo>
                  <a:close/>
                </a:path>
              </a:pathLst>
            </a:custGeom>
            <a:solidFill>
              <a:srgbClr val="EC9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279329" y="7128988"/>
              <a:ext cx="6414770" cy="312420"/>
            </a:xfrm>
            <a:custGeom>
              <a:avLst/>
              <a:gdLst/>
              <a:ahLst/>
              <a:cxnLst/>
              <a:rect l="l" t="t" r="r" b="b"/>
              <a:pathLst>
                <a:path w="6414770" h="312420">
                  <a:moveTo>
                    <a:pt x="6258487" y="311970"/>
                  </a:moveTo>
                  <a:lnTo>
                    <a:pt x="0" y="311970"/>
                  </a:lnTo>
                  <a:lnTo>
                    <a:pt x="0" y="0"/>
                  </a:lnTo>
                  <a:lnTo>
                    <a:pt x="6258487" y="0"/>
                  </a:lnTo>
                  <a:lnTo>
                    <a:pt x="6266150" y="187"/>
                  </a:lnTo>
                  <a:lnTo>
                    <a:pt x="6303767" y="6714"/>
                  </a:lnTo>
                  <a:lnTo>
                    <a:pt x="6338672" y="22186"/>
                  </a:lnTo>
                  <a:lnTo>
                    <a:pt x="6368785" y="45686"/>
                  </a:lnTo>
                  <a:lnTo>
                    <a:pt x="6392285" y="75799"/>
                  </a:lnTo>
                  <a:lnTo>
                    <a:pt x="6407757" y="110703"/>
                  </a:lnTo>
                  <a:lnTo>
                    <a:pt x="6414285" y="148321"/>
                  </a:lnTo>
                  <a:lnTo>
                    <a:pt x="6414474" y="155984"/>
                  </a:lnTo>
                  <a:lnTo>
                    <a:pt x="6414285" y="163647"/>
                  </a:lnTo>
                  <a:lnTo>
                    <a:pt x="6407757" y="201264"/>
                  </a:lnTo>
                  <a:lnTo>
                    <a:pt x="6392285" y="236168"/>
                  </a:lnTo>
                  <a:lnTo>
                    <a:pt x="6368785" y="266282"/>
                  </a:lnTo>
                  <a:lnTo>
                    <a:pt x="6338672" y="289782"/>
                  </a:lnTo>
                  <a:lnTo>
                    <a:pt x="6303767" y="305254"/>
                  </a:lnTo>
                  <a:lnTo>
                    <a:pt x="6266150" y="311782"/>
                  </a:lnTo>
                  <a:lnTo>
                    <a:pt x="6258487" y="311970"/>
                  </a:lnTo>
                  <a:close/>
                </a:path>
              </a:pathLst>
            </a:custGeom>
            <a:solidFill>
              <a:srgbClr val="4B48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279329" y="7457377"/>
              <a:ext cx="1604010" cy="312420"/>
            </a:xfrm>
            <a:custGeom>
              <a:avLst/>
              <a:gdLst/>
              <a:ahLst/>
              <a:cxnLst/>
              <a:rect l="l" t="t" r="r" b="b"/>
              <a:pathLst>
                <a:path w="1604010" h="312420">
                  <a:moveTo>
                    <a:pt x="1447633" y="311970"/>
                  </a:moveTo>
                  <a:lnTo>
                    <a:pt x="0" y="311970"/>
                  </a:lnTo>
                  <a:lnTo>
                    <a:pt x="0" y="0"/>
                  </a:lnTo>
                  <a:lnTo>
                    <a:pt x="1447633" y="0"/>
                  </a:lnTo>
                  <a:lnTo>
                    <a:pt x="1455296" y="187"/>
                  </a:lnTo>
                  <a:lnTo>
                    <a:pt x="1492913" y="6714"/>
                  </a:lnTo>
                  <a:lnTo>
                    <a:pt x="1527818" y="22185"/>
                  </a:lnTo>
                  <a:lnTo>
                    <a:pt x="1557931" y="45686"/>
                  </a:lnTo>
                  <a:lnTo>
                    <a:pt x="1581431" y="75799"/>
                  </a:lnTo>
                  <a:lnTo>
                    <a:pt x="1596903" y="110703"/>
                  </a:lnTo>
                  <a:lnTo>
                    <a:pt x="1603430" y="148321"/>
                  </a:lnTo>
                  <a:lnTo>
                    <a:pt x="1603618" y="155985"/>
                  </a:lnTo>
                  <a:lnTo>
                    <a:pt x="1603430" y="163648"/>
                  </a:lnTo>
                  <a:lnTo>
                    <a:pt x="1596903" y="201265"/>
                  </a:lnTo>
                  <a:lnTo>
                    <a:pt x="1581431" y="236169"/>
                  </a:lnTo>
                  <a:lnTo>
                    <a:pt x="1557931" y="266283"/>
                  </a:lnTo>
                  <a:lnTo>
                    <a:pt x="1527818" y="289783"/>
                  </a:lnTo>
                  <a:lnTo>
                    <a:pt x="1492913" y="305254"/>
                  </a:lnTo>
                  <a:lnTo>
                    <a:pt x="1455296" y="311782"/>
                  </a:lnTo>
                  <a:lnTo>
                    <a:pt x="1447633" y="3119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$PPTXTitle"/>
          <p:cNvSpPr txBox="1">
            <a:spLocks noGrp="1"/>
          </p:cNvSpPr>
          <p:nvPr>
            <p:ph type="title"/>
          </p:nvPr>
        </p:nvSpPr>
        <p:spPr>
          <a:xfrm>
            <a:off x="10423675" y="1895442"/>
            <a:ext cx="5513705" cy="2289810"/>
          </a:xfrm>
          <a:prstGeom prst="rect"/>
        </p:spPr>
        <p:txBody>
          <a:bodyPr wrap="square" lIns="0" tIns="268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7500"/>
              <a:t>Carta</a:t>
            </a:r>
            <a:r>
              <a:rPr dirty="0" sz="7500" spc="-195"/>
              <a:t> </a:t>
            </a:r>
            <a:r>
              <a:rPr dirty="0" sz="7500" spc="-45"/>
              <a:t>Gantt</a:t>
            </a:r>
            <a:endParaRPr sz="7500"/>
          </a:p>
          <a:p>
            <a:pPr marL="12700" marR="287020">
              <a:lnSpc>
                <a:spcPct val="114599"/>
              </a:lnSpc>
              <a:spcBef>
                <a:spcPts val="215"/>
              </a:spcBef>
            </a:pPr>
            <a:r>
              <a:rPr dirty="0" sz="2400" spc="55">
                <a:latin typeface="Trebuchet MS"/>
                <a:cs typeface="Trebuchet MS"/>
              </a:rPr>
              <a:t>Fase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1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(Sem.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114">
                <a:latin typeface="Trebuchet MS"/>
                <a:cs typeface="Trebuchet MS"/>
              </a:rPr>
              <a:t>1–</a:t>
            </a:r>
            <a:r>
              <a:rPr dirty="0" sz="2400" spc="-125">
                <a:latin typeface="Trebuchet MS"/>
                <a:cs typeface="Trebuchet MS"/>
              </a:rPr>
              <a:t>4):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Requerimientos, </a:t>
            </a:r>
            <a:r>
              <a:rPr dirty="0" sz="2400" spc="85">
                <a:latin typeface="Trebuchet MS"/>
                <a:cs typeface="Trebuchet MS"/>
              </a:rPr>
              <a:t>arquitectura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75">
                <a:latin typeface="Trebuchet MS"/>
                <a:cs typeface="Trebuchet MS"/>
              </a:rPr>
              <a:t>y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45">
                <a:latin typeface="Trebuchet MS"/>
                <a:cs typeface="Trebuchet MS"/>
              </a:rPr>
              <a:t>entorno.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423675" y="4578927"/>
            <a:ext cx="5270500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spc="55" b="1">
                <a:solidFill>
                  <a:srgbClr val="3F3F3F"/>
                </a:solidFill>
                <a:latin typeface="Trebuchet MS"/>
                <a:cs typeface="Trebuchet MS"/>
              </a:rPr>
              <a:t>Fase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3F3F3F"/>
                </a:solidFill>
                <a:latin typeface="Trebuchet MS"/>
                <a:cs typeface="Trebuchet MS"/>
              </a:rPr>
              <a:t>2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3F3F3F"/>
                </a:solidFill>
                <a:latin typeface="Trebuchet MS"/>
                <a:cs typeface="Trebuchet MS"/>
              </a:rPr>
              <a:t>(Sem.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14" b="1">
                <a:solidFill>
                  <a:srgbClr val="3F3F3F"/>
                </a:solidFill>
                <a:latin typeface="Trebuchet MS"/>
                <a:cs typeface="Trebuchet MS"/>
              </a:rPr>
              <a:t>5–</a:t>
            </a:r>
            <a:r>
              <a:rPr dirty="0" sz="2400" spc="-114" b="1">
                <a:solidFill>
                  <a:srgbClr val="3F3F3F"/>
                </a:solidFill>
                <a:latin typeface="Trebuchet MS"/>
                <a:cs typeface="Trebuchet MS"/>
              </a:rPr>
              <a:t>15):</a:t>
            </a:r>
            <a:r>
              <a:rPr dirty="0" sz="24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0" b="1">
                <a:solidFill>
                  <a:srgbClr val="3F3F3F"/>
                </a:solidFill>
                <a:latin typeface="Trebuchet MS"/>
                <a:cs typeface="Trebuchet MS"/>
              </a:rPr>
              <a:t>Backend,</a:t>
            </a:r>
            <a:r>
              <a:rPr dirty="0" sz="24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3F3F3F"/>
                </a:solidFill>
                <a:latin typeface="Trebuchet MS"/>
                <a:cs typeface="Trebuchet MS"/>
              </a:rPr>
              <a:t>triaje, </a:t>
            </a:r>
            <a:r>
              <a:rPr dirty="0" sz="2400" b="1">
                <a:solidFill>
                  <a:srgbClr val="3F3F3F"/>
                </a:solidFill>
                <a:latin typeface="Trebuchet MS"/>
                <a:cs typeface="Trebuchet MS"/>
              </a:rPr>
              <a:t>IA,</a:t>
            </a:r>
            <a:r>
              <a:rPr dirty="0" sz="2400" spc="-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80" b="1">
                <a:solidFill>
                  <a:srgbClr val="3F3F3F"/>
                </a:solidFill>
                <a:latin typeface="Trebuchet MS"/>
                <a:cs typeface="Trebuchet MS"/>
              </a:rPr>
              <a:t>matching,</a:t>
            </a:r>
            <a:r>
              <a:rPr dirty="0" sz="2400" spc="-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120" b="1">
                <a:solidFill>
                  <a:srgbClr val="3F3F3F"/>
                </a:solidFill>
                <a:latin typeface="Trebuchet MS"/>
                <a:cs typeface="Trebuchet MS"/>
              </a:rPr>
              <a:t>dashboard</a:t>
            </a:r>
            <a:r>
              <a:rPr dirty="0" sz="2400" spc="-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25" b="1">
                <a:solidFill>
                  <a:srgbClr val="3F3F3F"/>
                </a:solidFill>
                <a:latin typeface="Trebuchet MS"/>
                <a:cs typeface="Trebuchet MS"/>
              </a:rPr>
              <a:t>y </a:t>
            </a:r>
            <a:r>
              <a:rPr dirty="0" sz="2400" spc="35" b="1">
                <a:solidFill>
                  <a:srgbClr val="3F3F3F"/>
                </a:solidFill>
                <a:latin typeface="Trebuchet MS"/>
                <a:cs typeface="Trebuchet MS"/>
              </a:rPr>
              <a:t>notificaciones.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423675" y="6255327"/>
            <a:ext cx="4921885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spc="55" b="1">
                <a:solidFill>
                  <a:srgbClr val="3F3F3F"/>
                </a:solidFill>
                <a:latin typeface="Trebuchet MS"/>
                <a:cs typeface="Trebuchet MS"/>
              </a:rPr>
              <a:t>Fase</a:t>
            </a:r>
            <a:r>
              <a:rPr dirty="0" sz="2400" spc="-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3F3F3F"/>
                </a:solidFill>
                <a:latin typeface="Trebuchet MS"/>
                <a:cs typeface="Trebuchet MS"/>
              </a:rPr>
              <a:t>3</a:t>
            </a:r>
            <a:r>
              <a:rPr dirty="0" sz="2400" spc="-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3F3F3F"/>
                </a:solidFill>
                <a:latin typeface="Trebuchet MS"/>
                <a:cs typeface="Trebuchet MS"/>
              </a:rPr>
              <a:t>(Sem.</a:t>
            </a:r>
            <a:r>
              <a:rPr dirty="0" sz="2400" spc="-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55" b="1">
                <a:solidFill>
                  <a:srgbClr val="3F3F3F"/>
                </a:solidFill>
                <a:latin typeface="Trebuchet MS"/>
                <a:cs typeface="Trebuchet MS"/>
              </a:rPr>
              <a:t>16–</a:t>
            </a:r>
            <a:r>
              <a:rPr dirty="0" sz="2400" spc="-114" b="1">
                <a:solidFill>
                  <a:srgbClr val="3F3F3F"/>
                </a:solidFill>
                <a:latin typeface="Trebuchet MS"/>
                <a:cs typeface="Trebuchet MS"/>
              </a:rPr>
              <a:t>18):</a:t>
            </a:r>
            <a:r>
              <a:rPr dirty="0" sz="2400" spc="-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3F3F3F"/>
                </a:solidFill>
                <a:latin typeface="Trebuchet MS"/>
                <a:cs typeface="Trebuchet MS"/>
              </a:rPr>
              <a:t>QA,</a:t>
            </a:r>
            <a:r>
              <a:rPr dirty="0" sz="2400" spc="-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95" b="1">
                <a:solidFill>
                  <a:srgbClr val="3F3F3F"/>
                </a:solidFill>
                <a:latin typeface="Trebuchet MS"/>
                <a:cs typeface="Trebuchet MS"/>
              </a:rPr>
              <a:t>pruebas </a:t>
            </a:r>
            <a:r>
              <a:rPr dirty="0" sz="2400" spc="75" b="1">
                <a:solidFill>
                  <a:srgbClr val="3F3F3F"/>
                </a:solidFill>
                <a:latin typeface="Trebuchet MS"/>
                <a:cs typeface="Trebuchet MS"/>
              </a:rPr>
              <a:t>finales</a:t>
            </a:r>
            <a:r>
              <a:rPr dirty="0" sz="2400" spc="-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75" b="1">
                <a:solidFill>
                  <a:srgbClr val="3F3F3F"/>
                </a:solidFill>
                <a:latin typeface="Trebuchet MS"/>
                <a:cs typeface="Trebuchet MS"/>
              </a:rPr>
              <a:t>y</a:t>
            </a:r>
            <a:r>
              <a:rPr dirty="0" sz="2400" spc="-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3F3F3F"/>
                </a:solidFill>
                <a:latin typeface="Trebuchet MS"/>
                <a:cs typeface="Trebuchet MS"/>
              </a:rPr>
              <a:t>cierre</a:t>
            </a:r>
            <a:r>
              <a:rPr dirty="0" sz="2400" spc="-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50" b="1">
                <a:solidFill>
                  <a:srgbClr val="3F3F3F"/>
                </a:solidFill>
                <a:latin typeface="Trebuchet MS"/>
                <a:cs typeface="Trebuchet MS"/>
              </a:rPr>
              <a:t>del</a:t>
            </a:r>
            <a:r>
              <a:rPr dirty="0" sz="2400" spc="-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3F3F3F"/>
                </a:solidFill>
                <a:latin typeface="Trebuchet MS"/>
                <a:cs typeface="Trebuchet MS"/>
              </a:rPr>
              <a:t>proyecto.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03176" y="7813799"/>
            <a:ext cx="1657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0">
                <a:latin typeface="Tahoma"/>
                <a:cs typeface="Tahoma"/>
              </a:rPr>
              <a:t>0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39524" y="7813799"/>
            <a:ext cx="1657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0">
                <a:latin typeface="Tahoma"/>
                <a:cs typeface="Tahoma"/>
              </a:rPr>
              <a:t>5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94761" y="7813799"/>
            <a:ext cx="3181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25">
                <a:latin typeface="Tahoma"/>
                <a:cs typeface="Tahoma"/>
              </a:rPr>
              <a:t>10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31111" y="7813799"/>
            <a:ext cx="3181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25">
                <a:latin typeface="Tahoma"/>
                <a:cs typeface="Tahoma"/>
              </a:rPr>
              <a:t>15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72221" y="7813799"/>
            <a:ext cx="3181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25">
                <a:latin typeface="Tahoma"/>
                <a:cs typeface="Tahoma"/>
              </a:rPr>
              <a:t>20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08570" y="7813799"/>
            <a:ext cx="3181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25">
                <a:latin typeface="Tahoma"/>
                <a:cs typeface="Tahoma"/>
              </a:rPr>
              <a:t>25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6375" y="7412710"/>
            <a:ext cx="2579131" cy="718588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0864068" y="7565180"/>
            <a:ext cx="1814195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210" b="1">
                <a:solidFill>
                  <a:srgbClr val="FFFFFF"/>
                </a:solidFill>
                <a:latin typeface="Tahoma"/>
                <a:cs typeface="Tahoma"/>
              </a:rPr>
              <a:t>18</a:t>
            </a:r>
            <a:r>
              <a:rPr dirty="0" sz="2350" spc="-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-10" b="1">
                <a:solidFill>
                  <a:srgbClr val="FFFFFF"/>
                </a:solidFill>
                <a:latin typeface="Tahoma"/>
                <a:cs typeface="Tahoma"/>
              </a:rPr>
              <a:t>Semanas</a:t>
            </a:r>
            <a:endParaRPr sz="2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792078" y="608777"/>
            <a:ext cx="7162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Página</a:t>
            </a:r>
            <a:r>
              <a:rPr dirty="0" sz="1200" spc="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7499" y="102227"/>
            <a:ext cx="9990500" cy="10184772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913958" y="2563947"/>
            <a:ext cx="6492875" cy="204660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250" spc="165">
                <a:solidFill>
                  <a:srgbClr val="FFFFFF"/>
                </a:solidFill>
              </a:rPr>
              <a:t>Gracias</a:t>
            </a:r>
            <a:endParaRPr sz="13250"/>
          </a:p>
        </p:txBody>
      </p:sp>
      <p:sp>
        <p:nvSpPr>
          <p:cNvPr id="7" name="object 7"/>
          <p:cNvSpPr txBox="1"/>
          <p:nvPr/>
        </p:nvSpPr>
        <p:spPr>
          <a:xfrm>
            <a:off x="1238390" y="5446160"/>
            <a:ext cx="4993640" cy="1816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500"/>
              </a:lnSpc>
              <a:spcBef>
                <a:spcPts val="95"/>
              </a:spcBef>
            </a:pPr>
            <a:r>
              <a:rPr dirty="0" sz="2500" spc="100">
                <a:solidFill>
                  <a:srgbClr val="FFFFFF"/>
                </a:solidFill>
                <a:latin typeface="Tahoma"/>
                <a:cs typeface="Tahoma"/>
              </a:rPr>
              <a:t>Abiertos</a:t>
            </a:r>
            <a:r>
              <a:rPr dirty="0" sz="25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9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25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55">
                <a:solidFill>
                  <a:srgbClr val="FFFFFF"/>
                </a:solidFill>
                <a:latin typeface="Tahoma"/>
                <a:cs typeface="Tahoma"/>
              </a:rPr>
              <a:t>preguntas, </a:t>
            </a:r>
            <a:r>
              <a:rPr dirty="0" sz="2500" spc="110">
                <a:solidFill>
                  <a:srgbClr val="FFFFFF"/>
                </a:solidFill>
                <a:latin typeface="Tahoma"/>
                <a:cs typeface="Tahoma"/>
              </a:rPr>
              <a:t>comentarios</a:t>
            </a:r>
            <a:r>
              <a:rPr dirty="0" sz="25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25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80">
                <a:solidFill>
                  <a:srgbClr val="FFFFFF"/>
                </a:solidFill>
                <a:latin typeface="Tahoma"/>
                <a:cs typeface="Tahoma"/>
              </a:rPr>
              <a:t>retroalimentación. </a:t>
            </a:r>
            <a:r>
              <a:rPr dirty="0" sz="2500" spc="75">
                <a:solidFill>
                  <a:srgbClr val="FFFFFF"/>
                </a:solidFill>
                <a:latin typeface="Tahoma"/>
                <a:cs typeface="Tahoma"/>
              </a:rPr>
              <a:t>Fue</a:t>
            </a:r>
            <a:r>
              <a:rPr dirty="0" sz="25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35">
                <a:solidFill>
                  <a:srgbClr val="FFFFFF"/>
                </a:solidFill>
                <a:latin typeface="Tahoma"/>
                <a:cs typeface="Tahoma"/>
              </a:rPr>
              <a:t>un</a:t>
            </a:r>
            <a:r>
              <a:rPr dirty="0" sz="25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40">
                <a:solidFill>
                  <a:srgbClr val="FFFFFF"/>
                </a:solidFill>
                <a:latin typeface="Tahoma"/>
                <a:cs typeface="Tahoma"/>
              </a:rPr>
              <a:t>honor</a:t>
            </a:r>
            <a:r>
              <a:rPr dirty="0" sz="25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05">
                <a:solidFill>
                  <a:srgbClr val="FFFFFF"/>
                </a:solidFill>
                <a:latin typeface="Tahoma"/>
                <a:cs typeface="Tahoma"/>
              </a:rPr>
              <a:t>presentar</a:t>
            </a:r>
            <a:r>
              <a:rPr dirty="0" sz="25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55">
                <a:solidFill>
                  <a:srgbClr val="FFFFFF"/>
                </a:solidFill>
                <a:latin typeface="Tahoma"/>
                <a:cs typeface="Tahoma"/>
              </a:rPr>
              <a:t>el </a:t>
            </a:r>
            <a:r>
              <a:rPr dirty="0" sz="2500" spc="95">
                <a:solidFill>
                  <a:srgbClr val="FFFFFF"/>
                </a:solidFill>
                <a:latin typeface="Tahoma"/>
                <a:cs typeface="Tahoma"/>
              </a:rPr>
              <a:t>proyecto</a:t>
            </a:r>
            <a:r>
              <a:rPr dirty="0" sz="25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90">
                <a:solidFill>
                  <a:srgbClr val="FFFFFF"/>
                </a:solidFill>
                <a:latin typeface="Tahoma"/>
                <a:cs typeface="Tahoma"/>
              </a:rPr>
              <a:t>Dental</a:t>
            </a:r>
            <a:r>
              <a:rPr dirty="0" sz="25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80">
                <a:solidFill>
                  <a:srgbClr val="FFFFFF"/>
                </a:solidFill>
                <a:latin typeface="Tahoma"/>
                <a:cs typeface="Tahoma"/>
              </a:rPr>
              <a:t>Match.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35582" y="5531599"/>
            <a:ext cx="0" cy="2405380"/>
          </a:xfrm>
          <a:custGeom>
            <a:avLst/>
            <a:gdLst/>
            <a:ahLst/>
            <a:cxnLst/>
            <a:rect l="l" t="t" r="r" b="b"/>
            <a:pathLst>
              <a:path w="0" h="2405379">
                <a:moveTo>
                  <a:pt x="0" y="0"/>
                </a:moveTo>
                <a:lnTo>
                  <a:pt x="0" y="2405007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27113" y="4882882"/>
            <a:ext cx="4168377" cy="41683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BASTIAN ALBERTO DIAZ CATALAN</dc:creator>
  <cp:keywords>DAHTbtEnQR8,BAF-kbP-qyI</cp:keywords>
  <dc:title>Dental Match – Fase 1: Definición del Proyecto APT</dc:title>
  <dcterms:created xsi:type="dcterms:W3CDTF">2026-09-24T21:50:19Z</dcterms:created>
  <dcterms:modified xsi:type="dcterms:W3CDTF">2026-09-24T21:50:19Z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2026-09-01T00:00:00Z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2026-09-24T00:00:00Z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